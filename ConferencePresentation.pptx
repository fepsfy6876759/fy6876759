
<file path=[Content_Types].xml><?xml version="1.0" encoding="utf-8"?>
<Types xmlns="http://schemas.openxmlformats.org/package/2006/content-types">
  <Default Extension="gif" ContentType="image/gif"/>
  <Default Extension="jpeg" ContentType="image/jpeg"/>
  <Default Extension="jp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407A"/>
    <a:srgbClr val="333F50"/>
    <a:srgbClr val="08554C"/>
    <a:srgbClr val="8497B0"/>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7856" autoAdjust="0"/>
  </p:normalViewPr>
  <p:slideViewPr>
    <p:cSldViewPr snapToGrid="0">
      <p:cViewPr varScale="1">
        <p:scale>
          <a:sx n="47" d="100"/>
          <a:sy n="47" d="100"/>
        </p:scale>
        <p:origin x="3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den, Freddie (UG - Comp Sci &amp; Elec Eng)" userId="0b2c639b-99c9-4b92-977a-e96b1c4f682b" providerId="ADAL" clId="{64F51267-571A-44F4-9A4D-4EC3F4A7E35A}"/>
    <pc:docChg chg="undo custSel addSld modSld">
      <pc:chgData name="Madden, Freddie (UG - Comp Sci &amp; Elec Eng)" userId="0b2c639b-99c9-4b92-977a-e96b1c4f682b" providerId="ADAL" clId="{64F51267-571A-44F4-9A4D-4EC3F4A7E35A}" dt="2024-12-06T15:16:19.423" v="3307"/>
      <pc:docMkLst>
        <pc:docMk/>
      </pc:docMkLst>
      <pc:sldChg chg="addSp delSp modSp mod modTransition setBg modAnim modNotesTx">
        <pc:chgData name="Madden, Freddie (UG - Comp Sci &amp; Elec Eng)" userId="0b2c639b-99c9-4b92-977a-e96b1c4f682b" providerId="ADAL" clId="{64F51267-571A-44F4-9A4D-4EC3F4A7E35A}" dt="2024-12-06T15:02:18.199" v="3277"/>
        <pc:sldMkLst>
          <pc:docMk/>
          <pc:sldMk cId="3903116212" sldId="256"/>
        </pc:sldMkLst>
        <pc:spChg chg="del mod">
          <ac:chgData name="Madden, Freddie (UG - Comp Sci &amp; Elec Eng)" userId="0b2c639b-99c9-4b92-977a-e96b1c4f682b" providerId="ADAL" clId="{64F51267-571A-44F4-9A4D-4EC3F4A7E35A}" dt="2024-12-06T13:57:52.649" v="1308" actId="478"/>
          <ac:spMkLst>
            <pc:docMk/>
            <pc:sldMk cId="3903116212" sldId="256"/>
            <ac:spMk id="2" creationId="{77D07BBA-1C30-22E5-9009-DE8FBF6A730E}"/>
          </ac:spMkLst>
        </pc:spChg>
        <pc:spChg chg="del">
          <ac:chgData name="Madden, Freddie (UG - Comp Sci &amp; Elec Eng)" userId="0b2c639b-99c9-4b92-977a-e96b1c4f682b" providerId="ADAL" clId="{64F51267-571A-44F4-9A4D-4EC3F4A7E35A}" dt="2024-12-06T04:21:02.224" v="88" actId="478"/>
          <ac:spMkLst>
            <pc:docMk/>
            <pc:sldMk cId="3903116212" sldId="256"/>
            <ac:spMk id="3" creationId="{F29B9820-A4E4-F072-EEE2-47924DAEBEB9}"/>
          </ac:spMkLst>
        </pc:spChg>
        <pc:spChg chg="add del mod ord">
          <ac:chgData name="Madden, Freddie (UG - Comp Sci &amp; Elec Eng)" userId="0b2c639b-99c9-4b92-977a-e96b1c4f682b" providerId="ADAL" clId="{64F51267-571A-44F4-9A4D-4EC3F4A7E35A}" dt="2024-12-06T13:34:55.965" v="845" actId="478"/>
          <ac:spMkLst>
            <pc:docMk/>
            <pc:sldMk cId="3903116212" sldId="256"/>
            <ac:spMk id="6" creationId="{FD358E03-0D53-4AAE-4285-20A48E25D1DE}"/>
          </ac:spMkLst>
        </pc:spChg>
        <pc:spChg chg="add del mod">
          <ac:chgData name="Madden, Freddie (UG - Comp Sci &amp; Elec Eng)" userId="0b2c639b-99c9-4b92-977a-e96b1c4f682b" providerId="ADAL" clId="{64F51267-571A-44F4-9A4D-4EC3F4A7E35A}" dt="2024-12-06T13:32:40.689" v="835" actId="478"/>
          <ac:spMkLst>
            <pc:docMk/>
            <pc:sldMk cId="3903116212" sldId="256"/>
            <ac:spMk id="7" creationId="{AD5FF501-E9D5-61FA-9075-50961C19197C}"/>
          </ac:spMkLst>
        </pc:spChg>
        <pc:spChg chg="add del mod">
          <ac:chgData name="Madden, Freddie (UG - Comp Sci &amp; Elec Eng)" userId="0b2c639b-99c9-4b92-977a-e96b1c4f682b" providerId="ADAL" clId="{64F51267-571A-44F4-9A4D-4EC3F4A7E35A}" dt="2024-12-06T13:32:38.762" v="834" actId="478"/>
          <ac:spMkLst>
            <pc:docMk/>
            <pc:sldMk cId="3903116212" sldId="256"/>
            <ac:spMk id="8" creationId="{7270320C-CB8C-0889-0860-AF717B0F246C}"/>
          </ac:spMkLst>
        </pc:spChg>
        <pc:spChg chg="add del mod">
          <ac:chgData name="Madden, Freddie (UG - Comp Sci &amp; Elec Eng)" userId="0b2c639b-99c9-4b92-977a-e96b1c4f682b" providerId="ADAL" clId="{64F51267-571A-44F4-9A4D-4EC3F4A7E35A}" dt="2024-12-06T13:32:37.010" v="833" actId="478"/>
          <ac:spMkLst>
            <pc:docMk/>
            <pc:sldMk cId="3903116212" sldId="256"/>
            <ac:spMk id="9" creationId="{4A312E25-D45C-A145-9ABB-777157590673}"/>
          </ac:spMkLst>
        </pc:spChg>
        <pc:spChg chg="add del mod">
          <ac:chgData name="Madden, Freddie (UG - Comp Sci &amp; Elec Eng)" userId="0b2c639b-99c9-4b92-977a-e96b1c4f682b" providerId="ADAL" clId="{64F51267-571A-44F4-9A4D-4EC3F4A7E35A}" dt="2024-12-06T13:34:55.411" v="843" actId="478"/>
          <ac:spMkLst>
            <pc:docMk/>
            <pc:sldMk cId="3903116212" sldId="256"/>
            <ac:spMk id="10" creationId="{726D239A-5FD0-76A7-6569-E07CB4F0104F}"/>
          </ac:spMkLst>
        </pc:spChg>
        <pc:spChg chg="add del mod">
          <ac:chgData name="Madden, Freddie (UG - Comp Sci &amp; Elec Eng)" userId="0b2c639b-99c9-4b92-977a-e96b1c4f682b" providerId="ADAL" clId="{64F51267-571A-44F4-9A4D-4EC3F4A7E35A}" dt="2024-12-06T13:34:54.916" v="842" actId="478"/>
          <ac:spMkLst>
            <pc:docMk/>
            <pc:sldMk cId="3903116212" sldId="256"/>
            <ac:spMk id="11" creationId="{41FE290D-0BB8-212A-1257-32AB3941EA08}"/>
          </ac:spMkLst>
        </pc:spChg>
        <pc:spChg chg="add del mod">
          <ac:chgData name="Madden, Freddie (UG - Comp Sci &amp; Elec Eng)" userId="0b2c639b-99c9-4b92-977a-e96b1c4f682b" providerId="ADAL" clId="{64F51267-571A-44F4-9A4D-4EC3F4A7E35A}" dt="2024-12-06T13:39:19.923" v="857" actId="478"/>
          <ac:spMkLst>
            <pc:docMk/>
            <pc:sldMk cId="3903116212" sldId="256"/>
            <ac:spMk id="12" creationId="{E21A9B5A-02FC-398A-F843-DAB9B516F518}"/>
          </ac:spMkLst>
        </pc:spChg>
        <pc:spChg chg="add del mod">
          <ac:chgData name="Madden, Freddie (UG - Comp Sci &amp; Elec Eng)" userId="0b2c639b-99c9-4b92-977a-e96b1c4f682b" providerId="ADAL" clId="{64F51267-571A-44F4-9A4D-4EC3F4A7E35A}" dt="2024-12-06T13:35:34.606" v="850" actId="478"/>
          <ac:spMkLst>
            <pc:docMk/>
            <pc:sldMk cId="3903116212" sldId="256"/>
            <ac:spMk id="13" creationId="{DD25F6F6-117C-DCA2-9FE8-C20512157C64}"/>
          </ac:spMkLst>
        </pc:spChg>
        <pc:spChg chg="add del mod">
          <ac:chgData name="Madden, Freddie (UG - Comp Sci &amp; Elec Eng)" userId="0b2c639b-99c9-4b92-977a-e96b1c4f682b" providerId="ADAL" clId="{64F51267-571A-44F4-9A4D-4EC3F4A7E35A}" dt="2024-12-06T13:37:25.483" v="856" actId="478"/>
          <ac:spMkLst>
            <pc:docMk/>
            <pc:sldMk cId="3903116212" sldId="256"/>
            <ac:spMk id="14" creationId="{FA14FB2F-9891-8A90-3776-9A2CFAF8B61D}"/>
          </ac:spMkLst>
        </pc:spChg>
        <pc:spChg chg="add mod">
          <ac:chgData name="Madden, Freddie (UG - Comp Sci &amp; Elec Eng)" userId="0b2c639b-99c9-4b92-977a-e96b1c4f682b" providerId="ADAL" clId="{64F51267-571A-44F4-9A4D-4EC3F4A7E35A}" dt="2024-12-06T13:44:48.907" v="927" actId="207"/>
          <ac:spMkLst>
            <pc:docMk/>
            <pc:sldMk cId="3903116212" sldId="256"/>
            <ac:spMk id="15" creationId="{CD469CF7-3DE8-DAB8-2A80-F91B0746F57C}"/>
          </ac:spMkLst>
        </pc:spChg>
        <pc:spChg chg="add mod">
          <ac:chgData name="Madden, Freddie (UG - Comp Sci &amp; Elec Eng)" userId="0b2c639b-99c9-4b92-977a-e96b1c4f682b" providerId="ADAL" clId="{64F51267-571A-44F4-9A4D-4EC3F4A7E35A}" dt="2024-12-06T13:44:48.907" v="927" actId="207"/>
          <ac:spMkLst>
            <pc:docMk/>
            <pc:sldMk cId="3903116212" sldId="256"/>
            <ac:spMk id="16" creationId="{A565F1DA-E700-B56D-DEB4-0E3F6E3BB8C7}"/>
          </ac:spMkLst>
        </pc:spChg>
        <pc:spChg chg="add mod">
          <ac:chgData name="Madden, Freddie (UG - Comp Sci &amp; Elec Eng)" userId="0b2c639b-99c9-4b92-977a-e96b1c4f682b" providerId="ADAL" clId="{64F51267-571A-44F4-9A4D-4EC3F4A7E35A}" dt="2024-12-06T13:44:48.907" v="927" actId="207"/>
          <ac:spMkLst>
            <pc:docMk/>
            <pc:sldMk cId="3903116212" sldId="256"/>
            <ac:spMk id="17" creationId="{0C271CC5-D234-433E-7D70-3C0445FCA017}"/>
          </ac:spMkLst>
        </pc:spChg>
        <pc:spChg chg="add mod">
          <ac:chgData name="Madden, Freddie (UG - Comp Sci &amp; Elec Eng)" userId="0b2c639b-99c9-4b92-977a-e96b1c4f682b" providerId="ADAL" clId="{64F51267-571A-44F4-9A4D-4EC3F4A7E35A}" dt="2024-12-06T13:44:48.907" v="927" actId="207"/>
          <ac:spMkLst>
            <pc:docMk/>
            <pc:sldMk cId="3903116212" sldId="256"/>
            <ac:spMk id="18" creationId="{016DFB1C-78DF-8DF7-DCE4-24D804A661F3}"/>
          </ac:spMkLst>
        </pc:spChg>
        <pc:spChg chg="add mod">
          <ac:chgData name="Madden, Freddie (UG - Comp Sci &amp; Elec Eng)" userId="0b2c639b-99c9-4b92-977a-e96b1c4f682b" providerId="ADAL" clId="{64F51267-571A-44F4-9A4D-4EC3F4A7E35A}" dt="2024-12-06T13:53:21.597" v="1228" actId="207"/>
          <ac:spMkLst>
            <pc:docMk/>
            <pc:sldMk cId="3903116212" sldId="256"/>
            <ac:spMk id="20" creationId="{A914FB55-488E-F955-677B-67B0A0B66B08}"/>
          </ac:spMkLst>
        </pc:spChg>
        <pc:spChg chg="add mod">
          <ac:chgData name="Madden, Freddie (UG - Comp Sci &amp; Elec Eng)" userId="0b2c639b-99c9-4b92-977a-e96b1c4f682b" providerId="ADAL" clId="{64F51267-571A-44F4-9A4D-4EC3F4A7E35A}" dt="2024-12-06T13:53:21.597" v="1228" actId="207"/>
          <ac:spMkLst>
            <pc:docMk/>
            <pc:sldMk cId="3903116212" sldId="256"/>
            <ac:spMk id="21" creationId="{11E6253C-5089-869E-8090-260D9BC5308B}"/>
          </ac:spMkLst>
        </pc:spChg>
        <pc:spChg chg="add mod">
          <ac:chgData name="Madden, Freddie (UG - Comp Sci &amp; Elec Eng)" userId="0b2c639b-99c9-4b92-977a-e96b1c4f682b" providerId="ADAL" clId="{64F51267-571A-44F4-9A4D-4EC3F4A7E35A}" dt="2024-12-06T13:53:21.597" v="1228" actId="207"/>
          <ac:spMkLst>
            <pc:docMk/>
            <pc:sldMk cId="3903116212" sldId="256"/>
            <ac:spMk id="22" creationId="{807E568B-3838-88E3-5CDE-52DF79157888}"/>
          </ac:spMkLst>
        </pc:spChg>
        <pc:spChg chg="add mod">
          <ac:chgData name="Madden, Freddie (UG - Comp Sci &amp; Elec Eng)" userId="0b2c639b-99c9-4b92-977a-e96b1c4f682b" providerId="ADAL" clId="{64F51267-571A-44F4-9A4D-4EC3F4A7E35A}" dt="2024-12-06T14:00:15.009" v="1326" actId="207"/>
          <ac:spMkLst>
            <pc:docMk/>
            <pc:sldMk cId="3903116212" sldId="256"/>
            <ac:spMk id="24" creationId="{B639A60C-C69C-E473-CED3-FF2FF6808AF5}"/>
          </ac:spMkLst>
        </pc:spChg>
        <pc:spChg chg="add mod">
          <ac:chgData name="Madden, Freddie (UG - Comp Sci &amp; Elec Eng)" userId="0b2c639b-99c9-4b92-977a-e96b1c4f682b" providerId="ADAL" clId="{64F51267-571A-44F4-9A4D-4EC3F4A7E35A}" dt="2024-12-06T14:00:18.311" v="1327" actId="207"/>
          <ac:spMkLst>
            <pc:docMk/>
            <pc:sldMk cId="3903116212" sldId="256"/>
            <ac:spMk id="25" creationId="{089A0AA3-08F6-3B67-D471-DE32CDDE8985}"/>
          </ac:spMkLst>
        </pc:spChg>
        <pc:spChg chg="add del mod ord">
          <ac:chgData name="Madden, Freddie (UG - Comp Sci &amp; Elec Eng)" userId="0b2c639b-99c9-4b92-977a-e96b1c4f682b" providerId="ADAL" clId="{64F51267-571A-44F4-9A4D-4EC3F4A7E35A}" dt="2024-12-06T14:00:25.451" v="1328" actId="478"/>
          <ac:spMkLst>
            <pc:docMk/>
            <pc:sldMk cId="3903116212" sldId="256"/>
            <ac:spMk id="28" creationId="{A798AEDA-0B6B-6360-B135-A1F4C7C92AE2}"/>
          </ac:spMkLst>
        </pc:spChg>
        <pc:spChg chg="add mod">
          <ac:chgData name="Madden, Freddie (UG - Comp Sci &amp; Elec Eng)" userId="0b2c639b-99c9-4b92-977a-e96b1c4f682b" providerId="ADAL" clId="{64F51267-571A-44F4-9A4D-4EC3F4A7E35A}" dt="2024-12-06T14:01:58.781" v="1368" actId="1076"/>
          <ac:spMkLst>
            <pc:docMk/>
            <pc:sldMk cId="3903116212" sldId="256"/>
            <ac:spMk id="30" creationId="{9DF86B1E-AFEA-29E4-E140-D447F905735E}"/>
          </ac:spMkLst>
        </pc:spChg>
        <pc:spChg chg="add del">
          <ac:chgData name="Madden, Freddie (UG - Comp Sci &amp; Elec Eng)" userId="0b2c639b-99c9-4b92-977a-e96b1c4f682b" providerId="ADAL" clId="{64F51267-571A-44F4-9A4D-4EC3F4A7E35A}" dt="2024-12-06T14:01:38.395" v="1345" actId="478"/>
          <ac:spMkLst>
            <pc:docMk/>
            <pc:sldMk cId="3903116212" sldId="256"/>
            <ac:spMk id="31" creationId="{7B6CE26A-F5AC-C9CC-DAD3-10542B57995A}"/>
          </ac:spMkLst>
        </pc:spChg>
        <pc:grpChg chg="add del mod">
          <ac:chgData name="Madden, Freddie (UG - Comp Sci &amp; Elec Eng)" userId="0b2c639b-99c9-4b92-977a-e96b1c4f682b" providerId="ADAL" clId="{64F51267-571A-44F4-9A4D-4EC3F4A7E35A}" dt="2024-12-06T13:48:34.146" v="929" actId="478"/>
          <ac:grpSpMkLst>
            <pc:docMk/>
            <pc:sldMk cId="3903116212" sldId="256"/>
            <ac:grpSpMk id="19" creationId="{A9666359-6186-8660-4C1C-093A68EFAAE1}"/>
          </ac:grpSpMkLst>
        </pc:grpChg>
        <pc:grpChg chg="add mod">
          <ac:chgData name="Madden, Freddie (UG - Comp Sci &amp; Elec Eng)" userId="0b2c639b-99c9-4b92-977a-e96b1c4f682b" providerId="ADAL" clId="{64F51267-571A-44F4-9A4D-4EC3F4A7E35A}" dt="2024-12-06T14:01:51.748" v="1367" actId="1076"/>
          <ac:grpSpMkLst>
            <pc:docMk/>
            <pc:sldMk cId="3903116212" sldId="256"/>
            <ac:grpSpMk id="23" creationId="{997C99C8-E3F6-9C7C-F41E-272E71AEB364}"/>
          </ac:grpSpMkLst>
        </pc:grpChg>
        <pc:picChg chg="add del mod">
          <ac:chgData name="Madden, Freddie (UG - Comp Sci &amp; Elec Eng)" userId="0b2c639b-99c9-4b92-977a-e96b1c4f682b" providerId="ADAL" clId="{64F51267-571A-44F4-9A4D-4EC3F4A7E35A}" dt="2024-12-06T15:01:43.288" v="3276"/>
          <ac:picMkLst>
            <pc:docMk/>
            <pc:sldMk cId="3903116212" sldId="256"/>
            <ac:picMk id="2" creationId="{EF47673A-35D0-D765-80E3-5D58C67FE1C4}"/>
          </ac:picMkLst>
        </pc:picChg>
        <pc:picChg chg="add mod">
          <ac:chgData name="Madden, Freddie (UG - Comp Sci &amp; Elec Eng)" userId="0b2c639b-99c9-4b92-977a-e96b1c4f682b" providerId="ADAL" clId="{64F51267-571A-44F4-9A4D-4EC3F4A7E35A}" dt="2024-12-06T15:02:18.199" v="3277"/>
          <ac:picMkLst>
            <pc:docMk/>
            <pc:sldMk cId="3903116212" sldId="256"/>
            <ac:picMk id="3" creationId="{2C6BD268-0C1C-0512-197A-8AC8226EF066}"/>
          </ac:picMkLst>
        </pc:picChg>
        <pc:picChg chg="add del mod">
          <ac:chgData name="Madden, Freddie (UG - Comp Sci &amp; Elec Eng)" userId="0b2c639b-99c9-4b92-977a-e96b1c4f682b" providerId="ADAL" clId="{64F51267-571A-44F4-9A4D-4EC3F4A7E35A}" dt="2024-12-06T13:21:02.322" v="807" actId="478"/>
          <ac:picMkLst>
            <pc:docMk/>
            <pc:sldMk cId="3903116212" sldId="256"/>
            <ac:picMk id="4" creationId="{BFC674BA-E724-C001-9BD6-5DA04852B732}"/>
          </ac:picMkLst>
        </pc:picChg>
        <pc:picChg chg="add del mod">
          <ac:chgData name="Madden, Freddie (UG - Comp Sci &amp; Elec Eng)" userId="0b2c639b-99c9-4b92-977a-e96b1c4f682b" providerId="ADAL" clId="{64F51267-571A-44F4-9A4D-4EC3F4A7E35A}" dt="2024-12-06T13:21:03" v="808" actId="478"/>
          <ac:picMkLst>
            <pc:docMk/>
            <pc:sldMk cId="3903116212" sldId="256"/>
            <ac:picMk id="5" creationId="{A456EF05-F51E-B42E-4A46-F446101F3E72}"/>
          </ac:picMkLst>
        </pc:picChg>
        <pc:picChg chg="add del mod">
          <ac:chgData name="Madden, Freddie (UG - Comp Sci &amp; Elec Eng)" userId="0b2c639b-99c9-4b92-977a-e96b1c4f682b" providerId="ADAL" clId="{64F51267-571A-44F4-9A4D-4EC3F4A7E35A}" dt="2024-12-06T13:59:29.209" v="1321" actId="478"/>
          <ac:picMkLst>
            <pc:docMk/>
            <pc:sldMk cId="3903116212" sldId="256"/>
            <ac:picMk id="27" creationId="{0FF77B63-EEA0-9D99-E93E-99BEF1C95354}"/>
          </ac:picMkLst>
        </pc:picChg>
        <pc:picChg chg="add del mod">
          <ac:chgData name="Madden, Freddie (UG - Comp Sci &amp; Elec Eng)" userId="0b2c639b-99c9-4b92-977a-e96b1c4f682b" providerId="ADAL" clId="{64F51267-571A-44F4-9A4D-4EC3F4A7E35A}" dt="2024-12-06T14:52:21.525" v="3268"/>
          <ac:picMkLst>
            <pc:docMk/>
            <pc:sldMk cId="3903116212" sldId="256"/>
            <ac:picMk id="32" creationId="{DA669E62-3F48-3959-0A24-1FC8A034C1B0}"/>
          </ac:picMkLst>
        </pc:picChg>
      </pc:sldChg>
      <pc:sldChg chg="addSp delSp modSp new mod modTransition modAnim modNotesTx">
        <pc:chgData name="Madden, Freddie (UG - Comp Sci &amp; Elec Eng)" userId="0b2c639b-99c9-4b92-977a-e96b1c4f682b" providerId="ADAL" clId="{64F51267-571A-44F4-9A4D-4EC3F4A7E35A}" dt="2024-12-06T15:04:27.190" v="3280"/>
        <pc:sldMkLst>
          <pc:docMk/>
          <pc:sldMk cId="3848242282" sldId="257"/>
        </pc:sldMkLst>
        <pc:spChg chg="mod">
          <ac:chgData name="Madden, Freddie (UG - Comp Sci &amp; Elec Eng)" userId="0b2c639b-99c9-4b92-977a-e96b1c4f682b" providerId="ADAL" clId="{64F51267-571A-44F4-9A4D-4EC3F4A7E35A}" dt="2024-12-06T14:57:12.062" v="3269" actId="1076"/>
          <ac:spMkLst>
            <pc:docMk/>
            <pc:sldMk cId="3848242282" sldId="257"/>
            <ac:spMk id="2" creationId="{E16EACBD-FA3C-BEF1-6AE0-DA866A95F3E0}"/>
          </ac:spMkLst>
        </pc:spChg>
        <pc:spChg chg="add del mod">
          <ac:chgData name="Madden, Freddie (UG - Comp Sci &amp; Elec Eng)" userId="0b2c639b-99c9-4b92-977a-e96b1c4f682b" providerId="ADAL" clId="{64F51267-571A-44F4-9A4D-4EC3F4A7E35A}" dt="2024-12-06T14:06:28.204" v="1418"/>
          <ac:spMkLst>
            <pc:docMk/>
            <pc:sldMk cId="3848242282" sldId="257"/>
            <ac:spMk id="3" creationId="{D49D3513-10FA-A67B-6087-5D8CBFE28E4B}"/>
          </ac:spMkLst>
        </pc:spChg>
        <pc:spChg chg="add mod">
          <ac:chgData name="Madden, Freddie (UG - Comp Sci &amp; Elec Eng)" userId="0b2c639b-99c9-4b92-977a-e96b1c4f682b" providerId="ADAL" clId="{64F51267-571A-44F4-9A4D-4EC3F4A7E35A}" dt="2024-12-06T14:05:14.477" v="1415"/>
          <ac:spMkLst>
            <pc:docMk/>
            <pc:sldMk cId="3848242282" sldId="257"/>
            <ac:spMk id="4" creationId="{68763A72-4B2E-8DE2-3E5E-0A7FDBD8555B}"/>
          </ac:spMkLst>
        </pc:spChg>
        <pc:spChg chg="add mod">
          <ac:chgData name="Madden, Freddie (UG - Comp Sci &amp; Elec Eng)" userId="0b2c639b-99c9-4b92-977a-e96b1c4f682b" providerId="ADAL" clId="{64F51267-571A-44F4-9A4D-4EC3F4A7E35A}" dt="2024-12-06T14:05:13.454" v="1414" actId="14100"/>
          <ac:spMkLst>
            <pc:docMk/>
            <pc:sldMk cId="3848242282" sldId="257"/>
            <ac:spMk id="5" creationId="{1E5AA9BC-B362-89DF-5883-08FD6C1BB8D3}"/>
          </ac:spMkLst>
        </pc:spChg>
        <pc:spChg chg="add mod">
          <ac:chgData name="Madden, Freddie (UG - Comp Sci &amp; Elec Eng)" userId="0b2c639b-99c9-4b92-977a-e96b1c4f682b" providerId="ADAL" clId="{64F51267-571A-44F4-9A4D-4EC3F4A7E35A}" dt="2024-12-06T14:05:27.110" v="1417" actId="14100"/>
          <ac:spMkLst>
            <pc:docMk/>
            <pc:sldMk cId="3848242282" sldId="257"/>
            <ac:spMk id="6" creationId="{5CC9B804-CCD0-F500-2EF8-52B970514A2C}"/>
          </ac:spMkLst>
        </pc:spChg>
        <pc:spChg chg="add mod">
          <ac:chgData name="Madden, Freddie (UG - Comp Sci &amp; Elec Eng)" userId="0b2c639b-99c9-4b92-977a-e96b1c4f682b" providerId="ADAL" clId="{64F51267-571A-44F4-9A4D-4EC3F4A7E35A}" dt="2024-12-06T14:11:55.960" v="1791" actId="20577"/>
          <ac:spMkLst>
            <pc:docMk/>
            <pc:sldMk cId="3848242282" sldId="257"/>
            <ac:spMk id="9" creationId="{79E9390A-6F2D-23AE-DEAB-78F11C7A7F16}"/>
          </ac:spMkLst>
        </pc:spChg>
        <pc:spChg chg="add del mod">
          <ac:chgData name="Madden, Freddie (UG - Comp Sci &amp; Elec Eng)" userId="0b2c639b-99c9-4b92-977a-e96b1c4f682b" providerId="ADAL" clId="{64F51267-571A-44F4-9A4D-4EC3F4A7E35A}" dt="2024-12-06T14:09:04.943" v="1573" actId="478"/>
          <ac:spMkLst>
            <pc:docMk/>
            <pc:sldMk cId="3848242282" sldId="257"/>
            <ac:spMk id="10" creationId="{B08969F3-41B2-550F-69E7-6144E1343E63}"/>
          </ac:spMkLst>
        </pc:spChg>
        <pc:spChg chg="add mod">
          <ac:chgData name="Madden, Freddie (UG - Comp Sci &amp; Elec Eng)" userId="0b2c639b-99c9-4b92-977a-e96b1c4f682b" providerId="ADAL" clId="{64F51267-571A-44F4-9A4D-4EC3F4A7E35A}" dt="2024-12-06T14:18:26.408" v="1917" actId="207"/>
          <ac:spMkLst>
            <pc:docMk/>
            <pc:sldMk cId="3848242282" sldId="257"/>
            <ac:spMk id="11" creationId="{37B5A8B6-618F-36F4-9342-6955B1B216AF}"/>
          </ac:spMkLst>
        </pc:spChg>
        <pc:spChg chg="add mod">
          <ac:chgData name="Madden, Freddie (UG - Comp Sci &amp; Elec Eng)" userId="0b2c639b-99c9-4b92-977a-e96b1c4f682b" providerId="ADAL" clId="{64F51267-571A-44F4-9A4D-4EC3F4A7E35A}" dt="2024-12-06T14:18:26.408" v="1917" actId="207"/>
          <ac:spMkLst>
            <pc:docMk/>
            <pc:sldMk cId="3848242282" sldId="257"/>
            <ac:spMk id="12" creationId="{643A14A1-1A94-1564-30A2-7F7D8783A1EC}"/>
          </ac:spMkLst>
        </pc:spChg>
        <pc:spChg chg="add mod">
          <ac:chgData name="Madden, Freddie (UG - Comp Sci &amp; Elec Eng)" userId="0b2c639b-99c9-4b92-977a-e96b1c4f682b" providerId="ADAL" clId="{64F51267-571A-44F4-9A4D-4EC3F4A7E35A}" dt="2024-12-06T14:19:33.541" v="1923" actId="2085"/>
          <ac:spMkLst>
            <pc:docMk/>
            <pc:sldMk cId="3848242282" sldId="257"/>
            <ac:spMk id="14" creationId="{FFD1B657-E693-9D70-6DCB-E469738B8A79}"/>
          </ac:spMkLst>
        </pc:spChg>
        <pc:spChg chg="add mod">
          <ac:chgData name="Madden, Freddie (UG - Comp Sci &amp; Elec Eng)" userId="0b2c639b-99c9-4b92-977a-e96b1c4f682b" providerId="ADAL" clId="{64F51267-571A-44F4-9A4D-4EC3F4A7E35A}" dt="2024-12-06T14:19:44.943" v="1925" actId="2085"/>
          <ac:spMkLst>
            <pc:docMk/>
            <pc:sldMk cId="3848242282" sldId="257"/>
            <ac:spMk id="15" creationId="{18DA9AAF-F55A-7FDB-DB81-AF6DAA06E416}"/>
          </ac:spMkLst>
        </pc:spChg>
        <pc:grpChg chg="add mod">
          <ac:chgData name="Madden, Freddie (UG - Comp Sci &amp; Elec Eng)" userId="0b2c639b-99c9-4b92-977a-e96b1c4f682b" providerId="ADAL" clId="{64F51267-571A-44F4-9A4D-4EC3F4A7E35A}" dt="2024-12-06T14:18:26.408" v="1917" actId="207"/>
          <ac:grpSpMkLst>
            <pc:docMk/>
            <pc:sldMk cId="3848242282" sldId="257"/>
            <ac:grpSpMk id="13" creationId="{588B0218-872F-D662-3272-C39AA0143B7E}"/>
          </ac:grpSpMkLst>
        </pc:grpChg>
        <pc:picChg chg="add del mod">
          <ac:chgData name="Madden, Freddie (UG - Comp Sci &amp; Elec Eng)" userId="0b2c639b-99c9-4b92-977a-e96b1c4f682b" providerId="ADAL" clId="{64F51267-571A-44F4-9A4D-4EC3F4A7E35A}" dt="2024-12-06T15:03:20.631" v="3279"/>
          <ac:picMkLst>
            <pc:docMk/>
            <pc:sldMk cId="3848242282" sldId="257"/>
            <ac:picMk id="3" creationId="{93823AD6-1CE8-ABA0-F5C8-5C57C5D4ED59}"/>
          </ac:picMkLst>
        </pc:picChg>
        <pc:picChg chg="add mod">
          <ac:chgData name="Madden, Freddie (UG - Comp Sci &amp; Elec Eng)" userId="0b2c639b-99c9-4b92-977a-e96b1c4f682b" providerId="ADAL" clId="{64F51267-571A-44F4-9A4D-4EC3F4A7E35A}" dt="2024-12-06T15:04:27.190" v="3280"/>
          <ac:picMkLst>
            <pc:docMk/>
            <pc:sldMk cId="3848242282" sldId="257"/>
            <ac:picMk id="4" creationId="{92239405-38AD-690B-9EE2-8DBC91E9BFF6}"/>
          </ac:picMkLst>
        </pc:picChg>
        <pc:picChg chg="add mod">
          <ac:chgData name="Madden, Freddie (UG - Comp Sci &amp; Elec Eng)" userId="0b2c639b-99c9-4b92-977a-e96b1c4f682b" providerId="ADAL" clId="{64F51267-571A-44F4-9A4D-4EC3F4A7E35A}" dt="2024-12-06T14:19:55.717" v="1926" actId="1076"/>
          <ac:picMkLst>
            <pc:docMk/>
            <pc:sldMk cId="3848242282" sldId="257"/>
            <ac:picMk id="8" creationId="{C8804F20-1AFE-856E-B7D4-E1942EC0C9AD}"/>
          </ac:picMkLst>
        </pc:picChg>
        <pc:picChg chg="add del mod">
          <ac:chgData name="Madden, Freddie (UG - Comp Sci &amp; Elec Eng)" userId="0b2c639b-99c9-4b92-977a-e96b1c4f682b" providerId="ADAL" clId="{64F51267-571A-44F4-9A4D-4EC3F4A7E35A}" dt="2024-12-06T14:52:21.525" v="3268"/>
          <ac:picMkLst>
            <pc:docMk/>
            <pc:sldMk cId="3848242282" sldId="257"/>
            <ac:picMk id="16" creationId="{21752188-8D5C-E134-B7BD-CCAD14E07BC6}"/>
          </ac:picMkLst>
        </pc:picChg>
      </pc:sldChg>
      <pc:sldChg chg="addSp delSp modSp new mod modTransition modAnim modNotesTx">
        <pc:chgData name="Madden, Freddie (UG - Comp Sci &amp; Elec Eng)" userId="0b2c639b-99c9-4b92-977a-e96b1c4f682b" providerId="ADAL" clId="{64F51267-571A-44F4-9A4D-4EC3F4A7E35A}" dt="2024-12-06T15:10:14.318" v="3291"/>
        <pc:sldMkLst>
          <pc:docMk/>
          <pc:sldMk cId="2771525573" sldId="258"/>
        </pc:sldMkLst>
        <pc:spChg chg="mod">
          <ac:chgData name="Madden, Freddie (UG - Comp Sci &amp; Elec Eng)" userId="0b2c639b-99c9-4b92-977a-e96b1c4f682b" providerId="ADAL" clId="{64F51267-571A-44F4-9A4D-4EC3F4A7E35A}" dt="2024-12-06T14:38:30.240" v="2829" actId="20577"/>
          <ac:spMkLst>
            <pc:docMk/>
            <pc:sldMk cId="2771525573" sldId="258"/>
            <ac:spMk id="2" creationId="{5A29ECAA-D89D-17AA-5ABE-E4EA6B115B15}"/>
          </ac:spMkLst>
        </pc:spChg>
        <pc:spChg chg="mod">
          <ac:chgData name="Madden, Freddie (UG - Comp Sci &amp; Elec Eng)" userId="0b2c639b-99c9-4b92-977a-e96b1c4f682b" providerId="ADAL" clId="{64F51267-571A-44F4-9A4D-4EC3F4A7E35A}" dt="2024-12-06T14:24:35.753" v="2398" actId="14100"/>
          <ac:spMkLst>
            <pc:docMk/>
            <pc:sldMk cId="2771525573" sldId="258"/>
            <ac:spMk id="3" creationId="{E5C81DBA-D9A0-8D99-4340-31EC27BCD06D}"/>
          </ac:spMkLst>
        </pc:spChg>
        <pc:spChg chg="mod">
          <ac:chgData name="Madden, Freddie (UG - Comp Sci &amp; Elec Eng)" userId="0b2c639b-99c9-4b92-977a-e96b1c4f682b" providerId="ADAL" clId="{64F51267-571A-44F4-9A4D-4EC3F4A7E35A}" dt="2024-12-06T14:20:32.462" v="1927"/>
          <ac:spMkLst>
            <pc:docMk/>
            <pc:sldMk cId="2771525573" sldId="258"/>
            <ac:spMk id="5" creationId="{9481F74D-78CA-7C72-F093-2C4466CFAD59}"/>
          </ac:spMkLst>
        </pc:spChg>
        <pc:spChg chg="mod">
          <ac:chgData name="Madden, Freddie (UG - Comp Sci &amp; Elec Eng)" userId="0b2c639b-99c9-4b92-977a-e96b1c4f682b" providerId="ADAL" clId="{64F51267-571A-44F4-9A4D-4EC3F4A7E35A}" dt="2024-12-06T14:20:32.462" v="1927"/>
          <ac:spMkLst>
            <pc:docMk/>
            <pc:sldMk cId="2771525573" sldId="258"/>
            <ac:spMk id="6" creationId="{15137F0F-7BD1-451A-AF46-0C856D7B9A7B}"/>
          </ac:spMkLst>
        </pc:spChg>
        <pc:spChg chg="mod">
          <ac:chgData name="Madden, Freddie (UG - Comp Sci &amp; Elec Eng)" userId="0b2c639b-99c9-4b92-977a-e96b1c4f682b" providerId="ADAL" clId="{64F51267-571A-44F4-9A4D-4EC3F4A7E35A}" dt="2024-12-06T14:32:38.244" v="2414"/>
          <ac:spMkLst>
            <pc:docMk/>
            <pc:sldMk cId="2771525573" sldId="258"/>
            <ac:spMk id="12" creationId="{47482FA8-75EE-D738-5095-DB8341B552A5}"/>
          </ac:spMkLst>
        </pc:spChg>
        <pc:spChg chg="mod">
          <ac:chgData name="Madden, Freddie (UG - Comp Sci &amp; Elec Eng)" userId="0b2c639b-99c9-4b92-977a-e96b1c4f682b" providerId="ADAL" clId="{64F51267-571A-44F4-9A4D-4EC3F4A7E35A}" dt="2024-12-06T14:32:38.244" v="2414"/>
          <ac:spMkLst>
            <pc:docMk/>
            <pc:sldMk cId="2771525573" sldId="258"/>
            <ac:spMk id="13" creationId="{BDA05A04-CF3D-C1F3-2D00-FF9162BEF995}"/>
          </ac:spMkLst>
        </pc:spChg>
        <pc:spChg chg="add mod">
          <ac:chgData name="Madden, Freddie (UG - Comp Sci &amp; Elec Eng)" userId="0b2c639b-99c9-4b92-977a-e96b1c4f682b" providerId="ADAL" clId="{64F51267-571A-44F4-9A4D-4EC3F4A7E35A}" dt="2024-12-06T14:32:38.244" v="2414"/>
          <ac:spMkLst>
            <pc:docMk/>
            <pc:sldMk cId="2771525573" sldId="258"/>
            <ac:spMk id="14" creationId="{656ADAF0-E7C9-F510-4197-C22DC4EC03BB}"/>
          </ac:spMkLst>
        </pc:spChg>
        <pc:spChg chg="add mod">
          <ac:chgData name="Madden, Freddie (UG - Comp Sci &amp; Elec Eng)" userId="0b2c639b-99c9-4b92-977a-e96b1c4f682b" providerId="ADAL" clId="{64F51267-571A-44F4-9A4D-4EC3F4A7E35A}" dt="2024-12-06T14:32:38.244" v="2414"/>
          <ac:spMkLst>
            <pc:docMk/>
            <pc:sldMk cId="2771525573" sldId="258"/>
            <ac:spMk id="15" creationId="{B8884977-624E-637E-FED7-2C8EDD6E6C2A}"/>
          </ac:spMkLst>
        </pc:spChg>
        <pc:grpChg chg="add del mod">
          <ac:chgData name="Madden, Freddie (UG - Comp Sci &amp; Elec Eng)" userId="0b2c639b-99c9-4b92-977a-e96b1c4f682b" providerId="ADAL" clId="{64F51267-571A-44F4-9A4D-4EC3F4A7E35A}" dt="2024-12-06T14:32:37.506" v="2413" actId="478"/>
          <ac:grpSpMkLst>
            <pc:docMk/>
            <pc:sldMk cId="2771525573" sldId="258"/>
            <ac:grpSpMk id="4" creationId="{9697E237-D83F-76E9-C402-2CA564454EC3}"/>
          </ac:grpSpMkLst>
        </pc:grpChg>
        <pc:grpChg chg="add mod">
          <ac:chgData name="Madden, Freddie (UG - Comp Sci &amp; Elec Eng)" userId="0b2c639b-99c9-4b92-977a-e96b1c4f682b" providerId="ADAL" clId="{64F51267-571A-44F4-9A4D-4EC3F4A7E35A}" dt="2024-12-06T14:32:38.244" v="2414"/>
          <ac:grpSpMkLst>
            <pc:docMk/>
            <pc:sldMk cId="2771525573" sldId="258"/>
            <ac:grpSpMk id="11" creationId="{458B24BB-15BB-6FCE-623A-C1034675B577}"/>
          </ac:grpSpMkLst>
        </pc:grpChg>
        <pc:picChg chg="add del mod">
          <ac:chgData name="Madden, Freddie (UG - Comp Sci &amp; Elec Eng)" userId="0b2c639b-99c9-4b92-977a-e96b1c4f682b" providerId="ADAL" clId="{64F51267-571A-44F4-9A4D-4EC3F4A7E35A}" dt="2024-12-06T15:05:35.721" v="3282"/>
          <ac:picMkLst>
            <pc:docMk/>
            <pc:sldMk cId="2771525573" sldId="258"/>
            <ac:picMk id="4" creationId="{A8C53625-3CD3-ED9B-5F5F-87B27581F7E3}"/>
          </ac:picMkLst>
        </pc:picChg>
        <pc:picChg chg="add del mod">
          <ac:chgData name="Madden, Freddie (UG - Comp Sci &amp; Elec Eng)" userId="0b2c639b-99c9-4b92-977a-e96b1c4f682b" providerId="ADAL" clId="{64F51267-571A-44F4-9A4D-4EC3F4A7E35A}" dt="2024-12-06T15:05:52.018" v="3284"/>
          <ac:picMkLst>
            <pc:docMk/>
            <pc:sldMk cId="2771525573" sldId="258"/>
            <ac:picMk id="5" creationId="{469881AF-946B-07DA-8A05-D0C3DF25C7F9}"/>
          </ac:picMkLst>
        </pc:picChg>
        <pc:picChg chg="add del mod">
          <ac:chgData name="Madden, Freddie (UG - Comp Sci &amp; Elec Eng)" userId="0b2c639b-99c9-4b92-977a-e96b1c4f682b" providerId="ADAL" clId="{64F51267-571A-44F4-9A4D-4EC3F4A7E35A}" dt="2024-12-06T15:06:15.221" v="3286"/>
          <ac:picMkLst>
            <pc:docMk/>
            <pc:sldMk cId="2771525573" sldId="258"/>
            <ac:picMk id="6" creationId="{6392274B-0E79-CFAE-B0E8-3C22CF896B64}"/>
          </ac:picMkLst>
        </pc:picChg>
        <pc:picChg chg="add del mod">
          <ac:chgData name="Madden, Freddie (UG - Comp Sci &amp; Elec Eng)" userId="0b2c639b-99c9-4b92-977a-e96b1c4f682b" providerId="ADAL" clId="{64F51267-571A-44F4-9A4D-4EC3F4A7E35A}" dt="2024-12-06T15:06:43.113" v="3288"/>
          <ac:picMkLst>
            <pc:docMk/>
            <pc:sldMk cId="2771525573" sldId="258"/>
            <ac:picMk id="7" creationId="{080310B6-9972-829E-6EF4-A371AA90CD54}"/>
          </ac:picMkLst>
        </pc:picChg>
        <pc:picChg chg="add mod">
          <ac:chgData name="Madden, Freddie (UG - Comp Sci &amp; Elec Eng)" userId="0b2c639b-99c9-4b92-977a-e96b1c4f682b" providerId="ADAL" clId="{64F51267-571A-44F4-9A4D-4EC3F4A7E35A}" dt="2024-12-06T14:32:23.703" v="2412" actId="1076"/>
          <ac:picMkLst>
            <pc:docMk/>
            <pc:sldMk cId="2771525573" sldId="258"/>
            <ac:picMk id="8" creationId="{35553AFE-85B7-1F4B-D2B0-DC72E06B178C}"/>
          </ac:picMkLst>
        </pc:picChg>
        <pc:picChg chg="add del mod">
          <ac:chgData name="Madden, Freddie (UG - Comp Sci &amp; Elec Eng)" userId="0b2c639b-99c9-4b92-977a-e96b1c4f682b" providerId="ADAL" clId="{64F51267-571A-44F4-9A4D-4EC3F4A7E35A}" dt="2024-12-06T15:08:30.799" v="3290"/>
          <ac:picMkLst>
            <pc:docMk/>
            <pc:sldMk cId="2771525573" sldId="258"/>
            <ac:picMk id="9" creationId="{724F2736-361E-589B-9F36-8FE4578FCF5C}"/>
          </ac:picMkLst>
        </pc:picChg>
        <pc:picChg chg="add mod">
          <ac:chgData name="Madden, Freddie (UG - Comp Sci &amp; Elec Eng)" userId="0b2c639b-99c9-4b92-977a-e96b1c4f682b" providerId="ADAL" clId="{64F51267-571A-44F4-9A4D-4EC3F4A7E35A}" dt="2024-12-06T14:32:58.969" v="2420" actId="1076"/>
          <ac:picMkLst>
            <pc:docMk/>
            <pc:sldMk cId="2771525573" sldId="258"/>
            <ac:picMk id="10" creationId="{A6856E8E-392C-7990-604D-0B5B491AD1BD}"/>
          </ac:picMkLst>
        </pc:picChg>
        <pc:picChg chg="add del mod">
          <ac:chgData name="Madden, Freddie (UG - Comp Sci &amp; Elec Eng)" userId="0b2c639b-99c9-4b92-977a-e96b1c4f682b" providerId="ADAL" clId="{64F51267-571A-44F4-9A4D-4EC3F4A7E35A}" dt="2024-12-06T14:52:21.525" v="3268"/>
          <ac:picMkLst>
            <pc:docMk/>
            <pc:sldMk cId="2771525573" sldId="258"/>
            <ac:picMk id="16" creationId="{AC1981AA-AC4B-E915-9605-FE6FDCDA3803}"/>
          </ac:picMkLst>
        </pc:picChg>
        <pc:picChg chg="add mod">
          <ac:chgData name="Madden, Freddie (UG - Comp Sci &amp; Elec Eng)" userId="0b2c639b-99c9-4b92-977a-e96b1c4f682b" providerId="ADAL" clId="{64F51267-571A-44F4-9A4D-4EC3F4A7E35A}" dt="2024-12-06T15:10:14.318" v="3291"/>
          <ac:picMkLst>
            <pc:docMk/>
            <pc:sldMk cId="2771525573" sldId="258"/>
            <ac:picMk id="16" creationId="{CC9F647D-F2C6-93E3-9EC4-871FDF0558A0}"/>
          </ac:picMkLst>
        </pc:picChg>
      </pc:sldChg>
      <pc:sldChg chg="addSp delSp modSp new mod modTransition modAnim modNotesTx">
        <pc:chgData name="Madden, Freddie (UG - Comp Sci &amp; Elec Eng)" userId="0b2c639b-99c9-4b92-977a-e96b1c4f682b" providerId="ADAL" clId="{64F51267-571A-44F4-9A4D-4EC3F4A7E35A}" dt="2024-12-06T15:15:06.319" v="3304"/>
        <pc:sldMkLst>
          <pc:docMk/>
          <pc:sldMk cId="3957859089" sldId="259"/>
        </pc:sldMkLst>
        <pc:spChg chg="mod">
          <ac:chgData name="Madden, Freddie (UG - Comp Sci &amp; Elec Eng)" userId="0b2c639b-99c9-4b92-977a-e96b1c4f682b" providerId="ADAL" clId="{64F51267-571A-44F4-9A4D-4EC3F4A7E35A}" dt="2024-12-06T14:38:41.657" v="2831" actId="20577"/>
          <ac:spMkLst>
            <pc:docMk/>
            <pc:sldMk cId="3957859089" sldId="259"/>
            <ac:spMk id="2" creationId="{5DBB76CB-1791-473D-DCBF-B0AB11BA6137}"/>
          </ac:spMkLst>
        </pc:spChg>
        <pc:spChg chg="mod">
          <ac:chgData name="Madden, Freddie (UG - Comp Sci &amp; Elec Eng)" userId="0b2c639b-99c9-4b92-977a-e96b1c4f682b" providerId="ADAL" clId="{64F51267-571A-44F4-9A4D-4EC3F4A7E35A}" dt="2024-12-06T14:38:06.878" v="2816" actId="1076"/>
          <ac:spMkLst>
            <pc:docMk/>
            <pc:sldMk cId="3957859089" sldId="259"/>
            <ac:spMk id="3" creationId="{0316FEB3-DF17-C0F3-8170-34A74EC54914}"/>
          </ac:spMkLst>
        </pc:spChg>
        <pc:spChg chg="mod">
          <ac:chgData name="Madden, Freddie (UG - Comp Sci &amp; Elec Eng)" userId="0b2c639b-99c9-4b92-977a-e96b1c4f682b" providerId="ADAL" clId="{64F51267-571A-44F4-9A4D-4EC3F4A7E35A}" dt="2024-12-06T14:20:35.365" v="1928"/>
          <ac:spMkLst>
            <pc:docMk/>
            <pc:sldMk cId="3957859089" sldId="259"/>
            <ac:spMk id="5" creationId="{0957BAE7-791C-9760-015D-3BD98AA1393A}"/>
          </ac:spMkLst>
        </pc:spChg>
        <pc:spChg chg="mod">
          <ac:chgData name="Madden, Freddie (UG - Comp Sci &amp; Elec Eng)" userId="0b2c639b-99c9-4b92-977a-e96b1c4f682b" providerId="ADAL" clId="{64F51267-571A-44F4-9A4D-4EC3F4A7E35A}" dt="2024-12-06T14:20:35.365" v="1928"/>
          <ac:spMkLst>
            <pc:docMk/>
            <pc:sldMk cId="3957859089" sldId="259"/>
            <ac:spMk id="6" creationId="{8F07B8D4-9276-939B-AB29-C4754ECF38B8}"/>
          </ac:spMkLst>
        </pc:spChg>
        <pc:spChg chg="mod">
          <ac:chgData name="Madden, Freddie (UG - Comp Sci &amp; Elec Eng)" userId="0b2c639b-99c9-4b92-977a-e96b1c4f682b" providerId="ADAL" clId="{64F51267-571A-44F4-9A4D-4EC3F4A7E35A}" dt="2024-12-06T14:32:43.789" v="2416"/>
          <ac:spMkLst>
            <pc:docMk/>
            <pc:sldMk cId="3957859089" sldId="259"/>
            <ac:spMk id="8" creationId="{51C8D6ED-26DB-1D5E-F64A-5D1E027F8E5D}"/>
          </ac:spMkLst>
        </pc:spChg>
        <pc:spChg chg="mod">
          <ac:chgData name="Madden, Freddie (UG - Comp Sci &amp; Elec Eng)" userId="0b2c639b-99c9-4b92-977a-e96b1c4f682b" providerId="ADAL" clId="{64F51267-571A-44F4-9A4D-4EC3F4A7E35A}" dt="2024-12-06T14:32:43.789" v="2416"/>
          <ac:spMkLst>
            <pc:docMk/>
            <pc:sldMk cId="3957859089" sldId="259"/>
            <ac:spMk id="9" creationId="{E90E0450-23CD-B813-A28A-CBFEC8BC589B}"/>
          </ac:spMkLst>
        </pc:spChg>
        <pc:spChg chg="add mod">
          <ac:chgData name="Madden, Freddie (UG - Comp Sci &amp; Elec Eng)" userId="0b2c639b-99c9-4b92-977a-e96b1c4f682b" providerId="ADAL" clId="{64F51267-571A-44F4-9A4D-4EC3F4A7E35A}" dt="2024-12-06T14:32:43.789" v="2416"/>
          <ac:spMkLst>
            <pc:docMk/>
            <pc:sldMk cId="3957859089" sldId="259"/>
            <ac:spMk id="10" creationId="{9231C43D-D1E6-2C77-021C-312C79420A3C}"/>
          </ac:spMkLst>
        </pc:spChg>
        <pc:spChg chg="add mod">
          <ac:chgData name="Madden, Freddie (UG - Comp Sci &amp; Elec Eng)" userId="0b2c639b-99c9-4b92-977a-e96b1c4f682b" providerId="ADAL" clId="{64F51267-571A-44F4-9A4D-4EC3F4A7E35A}" dt="2024-12-06T14:32:43.789" v="2416"/>
          <ac:spMkLst>
            <pc:docMk/>
            <pc:sldMk cId="3957859089" sldId="259"/>
            <ac:spMk id="11" creationId="{BFB83297-D3FA-6BF5-02AE-C0EE799C963D}"/>
          </ac:spMkLst>
        </pc:spChg>
        <pc:spChg chg="add mod">
          <ac:chgData name="Madden, Freddie (UG - Comp Sci &amp; Elec Eng)" userId="0b2c639b-99c9-4b92-977a-e96b1c4f682b" providerId="ADAL" clId="{64F51267-571A-44F4-9A4D-4EC3F4A7E35A}" dt="2024-12-06T14:38:11.365" v="2817" actId="1076"/>
          <ac:spMkLst>
            <pc:docMk/>
            <pc:sldMk cId="3957859089" sldId="259"/>
            <ac:spMk id="14" creationId="{350D7073-D8D2-68CD-2880-16347DD4DFDF}"/>
          </ac:spMkLst>
        </pc:spChg>
        <pc:grpChg chg="add del mod">
          <ac:chgData name="Madden, Freddie (UG - Comp Sci &amp; Elec Eng)" userId="0b2c639b-99c9-4b92-977a-e96b1c4f682b" providerId="ADAL" clId="{64F51267-571A-44F4-9A4D-4EC3F4A7E35A}" dt="2024-12-06T14:32:43.186" v="2415" actId="478"/>
          <ac:grpSpMkLst>
            <pc:docMk/>
            <pc:sldMk cId="3957859089" sldId="259"/>
            <ac:grpSpMk id="4" creationId="{E3D23047-C67F-ACAB-ADBC-D749FCC8139A}"/>
          </ac:grpSpMkLst>
        </pc:grpChg>
        <pc:grpChg chg="add mod">
          <ac:chgData name="Madden, Freddie (UG - Comp Sci &amp; Elec Eng)" userId="0b2c639b-99c9-4b92-977a-e96b1c4f682b" providerId="ADAL" clId="{64F51267-571A-44F4-9A4D-4EC3F4A7E35A}" dt="2024-12-06T14:32:43.789" v="2416"/>
          <ac:grpSpMkLst>
            <pc:docMk/>
            <pc:sldMk cId="3957859089" sldId="259"/>
            <ac:grpSpMk id="7" creationId="{AA2234AA-1452-C4C2-03EE-067725444166}"/>
          </ac:grpSpMkLst>
        </pc:grpChg>
        <pc:picChg chg="add del mod">
          <ac:chgData name="Madden, Freddie (UG - Comp Sci &amp; Elec Eng)" userId="0b2c639b-99c9-4b92-977a-e96b1c4f682b" providerId="ADAL" clId="{64F51267-571A-44F4-9A4D-4EC3F4A7E35A}" dt="2024-12-06T15:10:34.947" v="3293"/>
          <ac:picMkLst>
            <pc:docMk/>
            <pc:sldMk cId="3957859089" sldId="259"/>
            <ac:picMk id="4" creationId="{E6B0256D-EEE7-BFDC-CF35-10B914BD4182}"/>
          </ac:picMkLst>
        </pc:picChg>
        <pc:picChg chg="add del mod">
          <ac:chgData name="Madden, Freddie (UG - Comp Sci &amp; Elec Eng)" userId="0b2c639b-99c9-4b92-977a-e96b1c4f682b" providerId="ADAL" clId="{64F51267-571A-44F4-9A4D-4EC3F4A7E35A}" dt="2024-12-06T15:11:08.632" v="3295"/>
          <ac:picMkLst>
            <pc:docMk/>
            <pc:sldMk cId="3957859089" sldId="259"/>
            <ac:picMk id="5" creationId="{012B2C18-72EE-4CD2-D724-0ECA3EE3CECD}"/>
          </ac:picMkLst>
        </pc:picChg>
        <pc:picChg chg="add del mod">
          <ac:chgData name="Madden, Freddie (UG - Comp Sci &amp; Elec Eng)" userId="0b2c639b-99c9-4b92-977a-e96b1c4f682b" providerId="ADAL" clId="{64F51267-571A-44F4-9A4D-4EC3F4A7E35A}" dt="2024-12-06T15:11:33.511" v="3297"/>
          <ac:picMkLst>
            <pc:docMk/>
            <pc:sldMk cId="3957859089" sldId="259"/>
            <ac:picMk id="6" creationId="{B6D95499-98C2-0B38-6467-1A54071D9CAF}"/>
          </ac:picMkLst>
        </pc:picChg>
        <pc:picChg chg="add del mod">
          <ac:chgData name="Madden, Freddie (UG - Comp Sci &amp; Elec Eng)" userId="0b2c639b-99c9-4b92-977a-e96b1c4f682b" providerId="ADAL" clId="{64F51267-571A-44F4-9A4D-4EC3F4A7E35A}" dt="2024-12-06T15:12:20.405" v="3299"/>
          <ac:picMkLst>
            <pc:docMk/>
            <pc:sldMk cId="3957859089" sldId="259"/>
            <ac:picMk id="12" creationId="{C26DE8AF-4CF3-FA09-22E2-D78590809FA5}"/>
          </ac:picMkLst>
        </pc:picChg>
        <pc:picChg chg="add mod">
          <ac:chgData name="Madden, Freddie (UG - Comp Sci &amp; Elec Eng)" userId="0b2c639b-99c9-4b92-977a-e96b1c4f682b" providerId="ADAL" clId="{64F51267-571A-44F4-9A4D-4EC3F4A7E35A}" dt="2024-12-06T14:37:04.829" v="2740" actId="1076"/>
          <ac:picMkLst>
            <pc:docMk/>
            <pc:sldMk cId="3957859089" sldId="259"/>
            <ac:picMk id="13" creationId="{C99D13F4-8D97-CAB9-3020-56B93D2DCCCC}"/>
          </ac:picMkLst>
        </pc:picChg>
        <pc:picChg chg="add del mod">
          <ac:chgData name="Madden, Freddie (UG - Comp Sci &amp; Elec Eng)" userId="0b2c639b-99c9-4b92-977a-e96b1c4f682b" providerId="ADAL" clId="{64F51267-571A-44F4-9A4D-4EC3F4A7E35A}" dt="2024-12-06T14:52:21.525" v="3268"/>
          <ac:picMkLst>
            <pc:docMk/>
            <pc:sldMk cId="3957859089" sldId="259"/>
            <ac:picMk id="15" creationId="{2E4D7EB2-776D-46BA-56C8-146F4C255A60}"/>
          </ac:picMkLst>
        </pc:picChg>
        <pc:picChg chg="add del mod">
          <ac:chgData name="Madden, Freddie (UG - Comp Sci &amp; Elec Eng)" userId="0b2c639b-99c9-4b92-977a-e96b1c4f682b" providerId="ADAL" clId="{64F51267-571A-44F4-9A4D-4EC3F4A7E35A}" dt="2024-12-06T15:13:17.568" v="3301"/>
          <ac:picMkLst>
            <pc:docMk/>
            <pc:sldMk cId="3957859089" sldId="259"/>
            <ac:picMk id="15" creationId="{F9843678-A6A1-7F7B-DBF6-D346AAD390C8}"/>
          </ac:picMkLst>
        </pc:picChg>
        <pc:picChg chg="add del mod">
          <ac:chgData name="Madden, Freddie (UG - Comp Sci &amp; Elec Eng)" userId="0b2c639b-99c9-4b92-977a-e96b1c4f682b" providerId="ADAL" clId="{64F51267-571A-44F4-9A4D-4EC3F4A7E35A}" dt="2024-12-06T15:13:36.301" v="3303"/>
          <ac:picMkLst>
            <pc:docMk/>
            <pc:sldMk cId="3957859089" sldId="259"/>
            <ac:picMk id="16" creationId="{A766CD0D-DD4C-C785-3F34-FD28530D2C14}"/>
          </ac:picMkLst>
        </pc:picChg>
        <pc:picChg chg="add mod">
          <ac:chgData name="Madden, Freddie (UG - Comp Sci &amp; Elec Eng)" userId="0b2c639b-99c9-4b92-977a-e96b1c4f682b" providerId="ADAL" clId="{64F51267-571A-44F4-9A4D-4EC3F4A7E35A}" dt="2024-12-06T15:15:06.319" v="3304"/>
          <ac:picMkLst>
            <pc:docMk/>
            <pc:sldMk cId="3957859089" sldId="259"/>
            <ac:picMk id="17" creationId="{4DDDAB58-1658-C3D2-47C4-A788C2B50712}"/>
          </ac:picMkLst>
        </pc:picChg>
      </pc:sldChg>
      <pc:sldChg chg="addSp delSp modSp new mod modTransition modAnim modNotesTx">
        <pc:chgData name="Madden, Freddie (UG - Comp Sci &amp; Elec Eng)" userId="0b2c639b-99c9-4b92-977a-e96b1c4f682b" providerId="ADAL" clId="{64F51267-571A-44F4-9A4D-4EC3F4A7E35A}" dt="2024-12-06T15:16:19.423" v="3307"/>
        <pc:sldMkLst>
          <pc:docMk/>
          <pc:sldMk cId="1562545880" sldId="260"/>
        </pc:sldMkLst>
        <pc:spChg chg="mod">
          <ac:chgData name="Madden, Freddie (UG - Comp Sci &amp; Elec Eng)" userId="0b2c639b-99c9-4b92-977a-e96b1c4f682b" providerId="ADAL" clId="{64F51267-571A-44F4-9A4D-4EC3F4A7E35A}" dt="2024-12-06T14:38:22.334" v="2828" actId="20577"/>
          <ac:spMkLst>
            <pc:docMk/>
            <pc:sldMk cId="1562545880" sldId="260"/>
            <ac:spMk id="2" creationId="{1C88E4AA-4B47-0B69-7620-853C7F0080F9}"/>
          </ac:spMkLst>
        </pc:spChg>
        <pc:spChg chg="mod">
          <ac:chgData name="Madden, Freddie (UG - Comp Sci &amp; Elec Eng)" userId="0b2c639b-99c9-4b92-977a-e96b1c4f682b" providerId="ADAL" clId="{64F51267-571A-44F4-9A4D-4EC3F4A7E35A}" dt="2024-12-06T14:44:44.782" v="3262" actId="20577"/>
          <ac:spMkLst>
            <pc:docMk/>
            <pc:sldMk cId="1562545880" sldId="260"/>
            <ac:spMk id="3" creationId="{359609B8-3D2F-0606-D4E0-02A836111790}"/>
          </ac:spMkLst>
        </pc:spChg>
        <pc:spChg chg="mod">
          <ac:chgData name="Madden, Freddie (UG - Comp Sci &amp; Elec Eng)" userId="0b2c639b-99c9-4b92-977a-e96b1c4f682b" providerId="ADAL" clId="{64F51267-571A-44F4-9A4D-4EC3F4A7E35A}" dt="2024-12-06T14:20:37.595" v="1929"/>
          <ac:spMkLst>
            <pc:docMk/>
            <pc:sldMk cId="1562545880" sldId="260"/>
            <ac:spMk id="5" creationId="{256F9DCC-6E28-8FBD-76E0-733694AFF809}"/>
          </ac:spMkLst>
        </pc:spChg>
        <pc:spChg chg="mod">
          <ac:chgData name="Madden, Freddie (UG - Comp Sci &amp; Elec Eng)" userId="0b2c639b-99c9-4b92-977a-e96b1c4f682b" providerId="ADAL" clId="{64F51267-571A-44F4-9A4D-4EC3F4A7E35A}" dt="2024-12-06T14:20:37.595" v="1929"/>
          <ac:spMkLst>
            <pc:docMk/>
            <pc:sldMk cId="1562545880" sldId="260"/>
            <ac:spMk id="6" creationId="{CF7C120E-C209-6D3B-900B-06B820418E07}"/>
          </ac:spMkLst>
        </pc:spChg>
        <pc:spChg chg="mod">
          <ac:chgData name="Madden, Freddie (UG - Comp Sci &amp; Elec Eng)" userId="0b2c639b-99c9-4b92-977a-e96b1c4f682b" providerId="ADAL" clId="{64F51267-571A-44F4-9A4D-4EC3F4A7E35A}" dt="2024-12-06T14:32:51.020" v="2419"/>
          <ac:spMkLst>
            <pc:docMk/>
            <pc:sldMk cId="1562545880" sldId="260"/>
            <ac:spMk id="8" creationId="{FE3A2E8D-D576-4BD6-8E9C-DA55DDB5A760}"/>
          </ac:spMkLst>
        </pc:spChg>
        <pc:spChg chg="mod">
          <ac:chgData name="Madden, Freddie (UG - Comp Sci &amp; Elec Eng)" userId="0b2c639b-99c9-4b92-977a-e96b1c4f682b" providerId="ADAL" clId="{64F51267-571A-44F4-9A4D-4EC3F4A7E35A}" dt="2024-12-06T14:32:51.020" v="2419"/>
          <ac:spMkLst>
            <pc:docMk/>
            <pc:sldMk cId="1562545880" sldId="260"/>
            <ac:spMk id="9" creationId="{D03339D3-D544-21DD-87C5-0A86021D7EAD}"/>
          </ac:spMkLst>
        </pc:spChg>
        <pc:spChg chg="add mod">
          <ac:chgData name="Madden, Freddie (UG - Comp Sci &amp; Elec Eng)" userId="0b2c639b-99c9-4b92-977a-e96b1c4f682b" providerId="ADAL" clId="{64F51267-571A-44F4-9A4D-4EC3F4A7E35A}" dt="2024-12-06T14:32:51.020" v="2419"/>
          <ac:spMkLst>
            <pc:docMk/>
            <pc:sldMk cId="1562545880" sldId="260"/>
            <ac:spMk id="10" creationId="{DEA730A1-809F-37FE-A222-A592BC238E1D}"/>
          </ac:spMkLst>
        </pc:spChg>
        <pc:spChg chg="add mod">
          <ac:chgData name="Madden, Freddie (UG - Comp Sci &amp; Elec Eng)" userId="0b2c639b-99c9-4b92-977a-e96b1c4f682b" providerId="ADAL" clId="{64F51267-571A-44F4-9A4D-4EC3F4A7E35A}" dt="2024-12-06T14:32:51.020" v="2419"/>
          <ac:spMkLst>
            <pc:docMk/>
            <pc:sldMk cId="1562545880" sldId="260"/>
            <ac:spMk id="11" creationId="{0B7F2C30-B195-A77F-41AF-D891D5DF4E69}"/>
          </ac:spMkLst>
        </pc:spChg>
        <pc:grpChg chg="add del mod">
          <ac:chgData name="Madden, Freddie (UG - Comp Sci &amp; Elec Eng)" userId="0b2c639b-99c9-4b92-977a-e96b1c4f682b" providerId="ADAL" clId="{64F51267-571A-44F4-9A4D-4EC3F4A7E35A}" dt="2024-12-06T14:32:50.443" v="2418" actId="478"/>
          <ac:grpSpMkLst>
            <pc:docMk/>
            <pc:sldMk cId="1562545880" sldId="260"/>
            <ac:grpSpMk id="4" creationId="{2A1A6DB5-2060-6C13-366B-765DCF43D89F}"/>
          </ac:grpSpMkLst>
        </pc:grpChg>
        <pc:grpChg chg="add mod">
          <ac:chgData name="Madden, Freddie (UG - Comp Sci &amp; Elec Eng)" userId="0b2c639b-99c9-4b92-977a-e96b1c4f682b" providerId="ADAL" clId="{64F51267-571A-44F4-9A4D-4EC3F4A7E35A}" dt="2024-12-06T14:32:51.020" v="2419"/>
          <ac:grpSpMkLst>
            <pc:docMk/>
            <pc:sldMk cId="1562545880" sldId="260"/>
            <ac:grpSpMk id="7" creationId="{0AF4396A-C363-C38B-591E-92B58852BA49}"/>
          </ac:grpSpMkLst>
        </pc:grpChg>
        <pc:picChg chg="add del mod">
          <ac:chgData name="Madden, Freddie (UG - Comp Sci &amp; Elec Eng)" userId="0b2c639b-99c9-4b92-977a-e96b1c4f682b" providerId="ADAL" clId="{64F51267-571A-44F4-9A4D-4EC3F4A7E35A}" dt="2024-12-06T15:15:40.587" v="3306"/>
          <ac:picMkLst>
            <pc:docMk/>
            <pc:sldMk cId="1562545880" sldId="260"/>
            <ac:picMk id="4" creationId="{5329AAF6-3B05-BDEA-48E2-F102D73430BF}"/>
          </ac:picMkLst>
        </pc:picChg>
        <pc:picChg chg="add mod">
          <ac:chgData name="Madden, Freddie (UG - Comp Sci &amp; Elec Eng)" userId="0b2c639b-99c9-4b92-977a-e96b1c4f682b" providerId="ADAL" clId="{64F51267-571A-44F4-9A4D-4EC3F4A7E35A}" dt="2024-12-06T15:16:19.423" v="3307"/>
          <ac:picMkLst>
            <pc:docMk/>
            <pc:sldMk cId="1562545880" sldId="260"/>
            <ac:picMk id="5" creationId="{F0044246-0D71-F801-DC03-0F4B24E06BF4}"/>
          </ac:picMkLst>
        </pc:picChg>
        <pc:picChg chg="add del mod">
          <ac:chgData name="Madden, Freddie (UG - Comp Sci &amp; Elec Eng)" userId="0b2c639b-99c9-4b92-977a-e96b1c4f682b" providerId="ADAL" clId="{64F51267-571A-44F4-9A4D-4EC3F4A7E35A}" dt="2024-12-06T14:52:21.525" v="3268"/>
          <ac:picMkLst>
            <pc:docMk/>
            <pc:sldMk cId="1562545880" sldId="260"/>
            <ac:picMk id="12" creationId="{8654C7AF-5D6A-D0EE-DCB3-C1D956534FA9}"/>
          </ac:picMkLst>
        </pc:picChg>
        <pc:picChg chg="add del mod">
          <ac:chgData name="Madden, Freddie (UG - Comp Sci &amp; Elec Eng)" userId="0b2c639b-99c9-4b92-977a-e96b1c4f682b" providerId="ADAL" clId="{64F51267-571A-44F4-9A4D-4EC3F4A7E35A}" dt="2024-12-06T14:43:28.723" v="3127" actId="478"/>
          <ac:picMkLst>
            <pc:docMk/>
            <pc:sldMk cId="1562545880" sldId="260"/>
            <ac:picMk id="2050" creationId="{D562F639-558C-5C2B-20E8-79D246D3EED6}"/>
          </ac:picMkLst>
        </pc:picChg>
        <pc:picChg chg="add mod">
          <ac:chgData name="Madden, Freddie (UG - Comp Sci &amp; Elec Eng)" userId="0b2c639b-99c9-4b92-977a-e96b1c4f682b" providerId="ADAL" clId="{64F51267-571A-44F4-9A4D-4EC3F4A7E35A}" dt="2024-12-06T14:45:40.496" v="3265" actId="1076"/>
          <ac:picMkLst>
            <pc:docMk/>
            <pc:sldMk cId="1562545880" sldId="260"/>
            <ac:picMk id="2052" creationId="{E1EFCFB3-038A-C9B3-E82A-D38A88AEEB5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B8C7E-24D0-49CA-946C-74B90F051B75}" type="datetimeFigureOut">
              <a:rPr lang="en-GB" smtClean="0"/>
              <a:t>06/12/2024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60B3E7-B52B-4512-853C-F4469E5F7AA6}" type="slidenum">
              <a:rPr lang="en-GB" smtClean="0"/>
              <a:t>‹#›</a:t>
            </a:fld>
            <a:endParaRPr lang="en-GB"/>
          </a:p>
        </p:txBody>
      </p:sp>
    </p:spTree>
    <p:extLst>
      <p:ext uri="{BB962C8B-B14F-4D97-AF65-F5344CB8AC3E}">
        <p14:creationId xmlns:p14="http://schemas.microsoft.com/office/powerpoint/2010/main" val="1034936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a:t>
            </a:r>
            <a:br>
              <a:rPr lang="en-US" dirty="0"/>
            </a:br>
            <a:r>
              <a:rPr lang="en-US" dirty="0"/>
              <a:t>Today, I’m going to explore the transformative relationship between </a:t>
            </a:r>
            <a:r>
              <a:rPr lang="en-US" i="1" dirty="0"/>
              <a:t>Quantum Computing</a:t>
            </a:r>
            <a:r>
              <a:rPr lang="en-US" dirty="0"/>
              <a:t> and </a:t>
            </a:r>
            <a:r>
              <a:rPr lang="en-US" i="1" dirty="0"/>
              <a:t>Artificial Intelligence</a:t>
            </a:r>
            <a:r>
              <a:rPr lang="en-US" dirty="0"/>
              <a:t>. These two groundbreaking technologies are set to reshape the way we solve problems, process data, and make decisions. By the end of this talk, I hope you’ll have a better understanding of why this intersection is so exciting and impactful.</a:t>
            </a:r>
            <a:endParaRPr lang="en-GB" dirty="0"/>
          </a:p>
        </p:txBody>
      </p:sp>
      <p:sp>
        <p:nvSpPr>
          <p:cNvPr id="4" name="Slide Number Placeholder 3"/>
          <p:cNvSpPr>
            <a:spLocks noGrp="1"/>
          </p:cNvSpPr>
          <p:nvPr>
            <p:ph type="sldNum" sz="quarter" idx="5"/>
          </p:nvPr>
        </p:nvSpPr>
        <p:spPr/>
        <p:txBody>
          <a:bodyPr/>
          <a:lstStyle/>
          <a:p>
            <a:fld id="{3660B3E7-B52B-4512-853C-F4469E5F7AA6}" type="slidenum">
              <a:rPr lang="en-GB" smtClean="0"/>
              <a:t>1</a:t>
            </a:fld>
            <a:endParaRPr lang="en-GB"/>
          </a:p>
        </p:txBody>
      </p:sp>
    </p:spTree>
    <p:extLst>
      <p:ext uri="{BB962C8B-B14F-4D97-AF65-F5344CB8AC3E}">
        <p14:creationId xmlns:p14="http://schemas.microsoft.com/office/powerpoint/2010/main" val="65510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2: Introduction [~50 seconds]</a:t>
            </a:r>
            <a:br>
              <a:rPr lang="en-US" dirty="0"/>
            </a:br>
            <a:r>
              <a:rPr lang="en-US" dirty="0"/>
              <a:t>Artificial Intelligence has seen exponential growth in recent years, becoming more capable and integrated into our daily lives. This momentum is expected to continue, with AI playing an even greater role in industries like healthcare, finance, and transportation.</a:t>
            </a:r>
          </a:p>
          <a:p>
            <a:r>
              <a:rPr lang="en-US" dirty="0"/>
              <a:t>But here’s the big question: what could accelerate AI's progress even further? Enter </a:t>
            </a:r>
            <a:r>
              <a:rPr lang="en-US" i="1" dirty="0"/>
              <a:t>Quantum Computing</a:t>
            </a:r>
            <a:r>
              <a:rPr lang="en-US" dirty="0"/>
              <a:t>.</a:t>
            </a:r>
            <a:br>
              <a:rPr lang="en-US" dirty="0"/>
            </a:br>
            <a:r>
              <a:rPr lang="en-US" dirty="0"/>
              <a:t>Though still in its early stages, Quantum Computing has the potential to revolutionize AI by providing unprecedented speed, efficiency, and problem-solving capabilities. In this presentation, we’ll explore how this works and what makes Quantum Computing so powerful.</a:t>
            </a:r>
          </a:p>
          <a:p>
            <a:endParaRPr lang="en-GB" dirty="0"/>
          </a:p>
        </p:txBody>
      </p:sp>
      <p:sp>
        <p:nvSpPr>
          <p:cNvPr id="4" name="Slide Number Placeholder 3"/>
          <p:cNvSpPr>
            <a:spLocks noGrp="1"/>
          </p:cNvSpPr>
          <p:nvPr>
            <p:ph type="sldNum" sz="quarter" idx="5"/>
          </p:nvPr>
        </p:nvSpPr>
        <p:spPr/>
        <p:txBody>
          <a:bodyPr/>
          <a:lstStyle/>
          <a:p>
            <a:fld id="{3660B3E7-B52B-4512-853C-F4469E5F7AA6}" type="slidenum">
              <a:rPr lang="en-GB" smtClean="0"/>
              <a:t>2</a:t>
            </a:fld>
            <a:endParaRPr lang="en-GB"/>
          </a:p>
        </p:txBody>
      </p:sp>
    </p:spTree>
    <p:extLst>
      <p:ext uri="{BB962C8B-B14F-4D97-AF65-F5344CB8AC3E}">
        <p14:creationId xmlns:p14="http://schemas.microsoft.com/office/powerpoint/2010/main" val="1722110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3: The Fundamentals of Quantum Computing [~1 minute]</a:t>
            </a:r>
            <a:br>
              <a:rPr lang="en-US" dirty="0"/>
            </a:br>
            <a:r>
              <a:rPr lang="en-US" dirty="0"/>
              <a:t>To understand Quantum Computing’s impact, let’s break down two of its key concepts: </a:t>
            </a:r>
            <a:r>
              <a:rPr lang="en-US" i="1" dirty="0"/>
              <a:t>superposition</a:t>
            </a:r>
            <a:r>
              <a:rPr lang="en-US" dirty="0"/>
              <a:t> and </a:t>
            </a:r>
            <a:r>
              <a:rPr lang="en-US" i="1" dirty="0"/>
              <a:t>entanglement</a:t>
            </a:r>
            <a:r>
              <a:rPr lang="en-US" dirty="0"/>
              <a:t>.</a:t>
            </a:r>
          </a:p>
          <a:p>
            <a:pPr>
              <a:buFont typeface="Arial" panose="020B0604020202020204" pitchFamily="34" charset="0"/>
              <a:buChar char="•"/>
            </a:pPr>
            <a:r>
              <a:rPr lang="en-US" dirty="0"/>
              <a:t>Superposition allows a quantum bit, or qubit, to exist in multiple states at once—both 0 and 1, rather than just one or the other. Think of it like flipping a coin. When it’s in the air, it could land as either heads or tails, but until it lands, it exists in a state of uncertainty. This property allows quantum computers to process vast amounts of data simultaneously.</a:t>
            </a:r>
          </a:p>
          <a:p>
            <a:pPr>
              <a:buFont typeface="Arial" panose="020B0604020202020204" pitchFamily="34" charset="0"/>
              <a:buChar char="•"/>
            </a:pPr>
            <a:r>
              <a:rPr lang="en-US" dirty="0"/>
              <a:t>Entanglement is another unique feature. When qubits are entangled, their states are mathematically linked, no matter how far apart they are. Measuring one qubit immediately gives you information about the other. This allows for faster communication and processing.</a:t>
            </a:r>
          </a:p>
          <a:p>
            <a:r>
              <a:rPr lang="en-US" dirty="0"/>
              <a:t>Together, these principles enable Quantum Computing to handle computations in ways that are simply impossible for classical computers.</a:t>
            </a:r>
          </a:p>
          <a:p>
            <a:endParaRPr lang="en-GB" dirty="0"/>
          </a:p>
        </p:txBody>
      </p:sp>
      <p:sp>
        <p:nvSpPr>
          <p:cNvPr id="4" name="Slide Number Placeholder 3"/>
          <p:cNvSpPr>
            <a:spLocks noGrp="1"/>
          </p:cNvSpPr>
          <p:nvPr>
            <p:ph type="sldNum" sz="quarter" idx="5"/>
          </p:nvPr>
        </p:nvSpPr>
        <p:spPr/>
        <p:txBody>
          <a:bodyPr/>
          <a:lstStyle/>
          <a:p>
            <a:fld id="{3660B3E7-B52B-4512-853C-F4469E5F7AA6}" type="slidenum">
              <a:rPr lang="en-GB" smtClean="0"/>
              <a:t>3</a:t>
            </a:fld>
            <a:endParaRPr lang="en-GB"/>
          </a:p>
        </p:txBody>
      </p:sp>
    </p:spTree>
    <p:extLst>
      <p:ext uri="{BB962C8B-B14F-4D97-AF65-F5344CB8AC3E}">
        <p14:creationId xmlns:p14="http://schemas.microsoft.com/office/powerpoint/2010/main" val="4237911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4: How Can This Be Applied to AI? [~1 minute 30 seconds]</a:t>
            </a:r>
            <a:br>
              <a:rPr lang="en-US" dirty="0"/>
            </a:br>
            <a:r>
              <a:rPr lang="en-US" dirty="0"/>
              <a:t>So, how does Quantum Computing enhance AI? Let’s look at a couple of examples:</a:t>
            </a:r>
          </a:p>
          <a:p>
            <a:pPr>
              <a:buFont typeface="Arial" panose="020B0604020202020204" pitchFamily="34" charset="0"/>
              <a:buChar char="•"/>
            </a:pPr>
            <a:r>
              <a:rPr lang="en-US" dirty="0"/>
              <a:t>One application is through </a:t>
            </a:r>
            <a:r>
              <a:rPr lang="en-US" i="1" dirty="0"/>
              <a:t>quantum algorithms</a:t>
            </a:r>
            <a:r>
              <a:rPr lang="en-US" dirty="0"/>
              <a:t>, like Grover’s Algorithm. This algorithm can search through large, unordered data sets significantly faster than classical methods. For AI, this means quicker pattern recognition and decision-making—crucial for tasks like facial recognition or recommendation systems.</a:t>
            </a:r>
          </a:p>
          <a:p>
            <a:pPr>
              <a:buFont typeface="Arial" panose="020B0604020202020204" pitchFamily="34" charset="0"/>
              <a:buChar char="•"/>
            </a:pPr>
            <a:r>
              <a:rPr lang="en-US" dirty="0"/>
              <a:t>Another application is the generation of </a:t>
            </a:r>
            <a:r>
              <a:rPr lang="en-US" i="1" dirty="0"/>
              <a:t>truly random numbers</a:t>
            </a:r>
            <a:r>
              <a:rPr lang="en-US" dirty="0"/>
              <a:t>. Unlike classical computers, which rely on pseudorandom numbers, Quantum Computing uses superposition to produce randomness that is completely unpredictable. This is critical for tasks like genetic programming, unsupervised learning, and simulations, where true randomness improves performance and accuracy.</a:t>
            </a:r>
          </a:p>
          <a:p>
            <a:r>
              <a:rPr lang="en-US" dirty="0"/>
              <a:t>These are just a few examples. The potential applications of Quantum Computing in AI are vast and will likely expand as the technology develops further.</a:t>
            </a:r>
          </a:p>
          <a:p>
            <a:endParaRPr lang="en-GB" dirty="0"/>
          </a:p>
        </p:txBody>
      </p:sp>
      <p:sp>
        <p:nvSpPr>
          <p:cNvPr id="4" name="Slide Number Placeholder 3"/>
          <p:cNvSpPr>
            <a:spLocks noGrp="1"/>
          </p:cNvSpPr>
          <p:nvPr>
            <p:ph type="sldNum" sz="quarter" idx="5"/>
          </p:nvPr>
        </p:nvSpPr>
        <p:spPr/>
        <p:txBody>
          <a:bodyPr/>
          <a:lstStyle/>
          <a:p>
            <a:fld id="{3660B3E7-B52B-4512-853C-F4469E5F7AA6}" type="slidenum">
              <a:rPr lang="en-GB" smtClean="0"/>
              <a:t>4</a:t>
            </a:fld>
            <a:endParaRPr lang="en-GB"/>
          </a:p>
        </p:txBody>
      </p:sp>
    </p:spTree>
    <p:extLst>
      <p:ext uri="{BB962C8B-B14F-4D97-AF65-F5344CB8AC3E}">
        <p14:creationId xmlns:p14="http://schemas.microsoft.com/office/powerpoint/2010/main" val="4030804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5: Conclusion [~50 seconds]</a:t>
            </a:r>
            <a:br>
              <a:rPr lang="en-US" dirty="0"/>
            </a:br>
            <a:r>
              <a:rPr lang="en-US" dirty="0"/>
              <a:t>In conclusion, Quantum Computing leverages the unique properties of qubits—superposition and entanglement—to enable incredible advances in computation.</a:t>
            </a:r>
          </a:p>
          <a:p>
            <a:r>
              <a:rPr lang="en-US" dirty="0"/>
              <a:t>When applied to AI, it offers transformative possibilities, from faster algorithms to truly random data generation, solving problems that were previously inefficient or impossible with traditional methods.</a:t>
            </a:r>
          </a:p>
          <a:p>
            <a:r>
              <a:rPr lang="en-US" dirty="0"/>
              <a:t>As both fields continue to grow, their intersection will redefine what’s possible in technology. Just as AI has already changed the way we live, Quantum Computing’s integration with AI will be a game-changer. So, keep an eye on this space—it’s the future.</a:t>
            </a:r>
          </a:p>
          <a:p>
            <a:r>
              <a:rPr lang="en-US" dirty="0"/>
              <a:t>Thank you for listening!</a:t>
            </a:r>
          </a:p>
          <a:p>
            <a:endParaRPr lang="en-GB" dirty="0"/>
          </a:p>
        </p:txBody>
      </p:sp>
      <p:sp>
        <p:nvSpPr>
          <p:cNvPr id="4" name="Slide Number Placeholder 3"/>
          <p:cNvSpPr>
            <a:spLocks noGrp="1"/>
          </p:cNvSpPr>
          <p:nvPr>
            <p:ph type="sldNum" sz="quarter" idx="5"/>
          </p:nvPr>
        </p:nvSpPr>
        <p:spPr/>
        <p:txBody>
          <a:bodyPr/>
          <a:lstStyle/>
          <a:p>
            <a:fld id="{3660B3E7-B52B-4512-853C-F4469E5F7AA6}" type="slidenum">
              <a:rPr lang="en-GB" smtClean="0"/>
              <a:t>5</a:t>
            </a:fld>
            <a:endParaRPr lang="en-GB"/>
          </a:p>
        </p:txBody>
      </p:sp>
    </p:spTree>
    <p:extLst>
      <p:ext uri="{BB962C8B-B14F-4D97-AF65-F5344CB8AC3E}">
        <p14:creationId xmlns:p14="http://schemas.microsoft.com/office/powerpoint/2010/main" val="4081626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EA15-827F-230F-13D3-4D104CF8E4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89082F9-4A5B-3D9B-5C73-ACFD0D137CA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8575C44-F7FE-1AB2-1DB6-B6C8D8C77730}"/>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8E17355F-31B9-F9BF-1F10-462A723FB7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63F7E0F-E598-F87D-F13C-57CA00ACD91A}"/>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3533137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4091-BE34-F38F-867A-2117EFE8F90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D60398-AA0A-C7F5-35D2-D4847738155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76D4E93-0E94-574E-8E89-CACCA1172034}"/>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39B7A19C-0DB8-4194-FEB6-5E21461C36C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0068DC-AC2D-B071-BC25-FC7493233207}"/>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4208058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B15B7-2B62-9E6B-2277-2B0F9550425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D3CE2F0-ED94-843E-17BA-19628FD676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BE6472-D863-D5F0-17FA-9A3841CC4C1E}"/>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6ED94EB6-6100-9671-FE7F-E158CE89B6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F3DCFE0-B717-C3C6-1FFF-3B2CEBBC4B82}"/>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1573865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2C06-D3BA-67FA-93E3-086BDA74AC0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B97545-3EFF-D9B2-4A19-8B52B107C0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4030EFF-8BDC-A67A-38EE-D735E7ECF3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D7185A0-AA03-7F6C-A9B5-1A0DDE305CCD}"/>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6" name="Footer Placeholder 5">
            <a:extLst>
              <a:ext uri="{FF2B5EF4-FFF2-40B4-BE49-F238E27FC236}">
                <a16:creationId xmlns:a16="http://schemas.microsoft.com/office/drawing/2014/main" id="{12A47FE1-BC89-3AF2-C660-1C3798AFC2C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D30EEF0-B044-9F3C-D473-0CB2CB7F6897}"/>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233929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6082B-2EAD-2C81-AF0E-B7E437182FF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64AE8E6-A97C-5368-E7A0-AF70FB5D14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0B759A-3B29-9772-3F72-F102D1EC23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81E5932-9EF3-E020-B1EF-E15DBD8C55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6DC95B-FC32-860E-7F56-CB9750BBDAC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CFDDDA7-4FB8-7ED2-4DCF-4E3301279772}"/>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8" name="Footer Placeholder 7">
            <a:extLst>
              <a:ext uri="{FF2B5EF4-FFF2-40B4-BE49-F238E27FC236}">
                <a16:creationId xmlns:a16="http://schemas.microsoft.com/office/drawing/2014/main" id="{EFB0D714-F7B3-E81C-0667-9B3FC6A230F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16ADB96-01BA-00C5-407B-FC9F4AEAA847}"/>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1059826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3B8A3-6218-301F-CC84-F0ECA9C7B10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81F6BB7-BE94-44A8-32B1-1862458F9791}"/>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4" name="Footer Placeholder 3">
            <a:extLst>
              <a:ext uri="{FF2B5EF4-FFF2-40B4-BE49-F238E27FC236}">
                <a16:creationId xmlns:a16="http://schemas.microsoft.com/office/drawing/2014/main" id="{404062EB-055C-AB82-E2FB-2BCBEFE3EB3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5AE2B8E-BC7E-0DCD-1F78-E531B105B7FE}"/>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1292176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70C1C7-FD68-120D-4EC9-13EC81ED2992}"/>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3" name="Footer Placeholder 2">
            <a:extLst>
              <a:ext uri="{FF2B5EF4-FFF2-40B4-BE49-F238E27FC236}">
                <a16:creationId xmlns:a16="http://schemas.microsoft.com/office/drawing/2014/main" id="{5E3D8BAC-EE7D-D983-0086-249EDD5E9D9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43F42D4-8B77-AF65-6540-C1E5033B114C}"/>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1122227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72BD2-079C-D6E5-CD34-501C63B0A1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97BF89B-8DB3-F48F-7590-17343F9DD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FCC4E1C-8A51-21A5-9CB7-AE9729179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BEFC99-C06E-E12C-D38C-14D98F34EC04}"/>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6" name="Footer Placeholder 5">
            <a:extLst>
              <a:ext uri="{FF2B5EF4-FFF2-40B4-BE49-F238E27FC236}">
                <a16:creationId xmlns:a16="http://schemas.microsoft.com/office/drawing/2014/main" id="{79D1E097-1FE6-474F-E977-956DABF1F8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D5A879C-34F9-A94A-A788-C5BC9070B53F}"/>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281436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3DB77-958F-03F7-9927-F442295B1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F629728-7CDC-D45C-4270-4E1AC82771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94FDAF7-13A5-C4EF-93BF-AE1CF91B13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0D6289-834B-5B98-3B60-C171EC7AB39F}"/>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6" name="Footer Placeholder 5">
            <a:extLst>
              <a:ext uri="{FF2B5EF4-FFF2-40B4-BE49-F238E27FC236}">
                <a16:creationId xmlns:a16="http://schemas.microsoft.com/office/drawing/2014/main" id="{79B26044-E0D3-357F-7EEF-B42F65F4772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49BD99-EE89-5581-26A7-5B8F7A509805}"/>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3401275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F8A8E-1FEB-D1CC-99BE-5C5448803892}"/>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A0D3B78-68D9-B8A2-DD34-784D83E159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C24186-CFD9-0329-A56E-1EB5C9D0B341}"/>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AB8383F1-FE11-15A9-19CE-C40A28856A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5DBA36B-0866-BA9D-91A7-D783F8297D03}"/>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1927894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42F823-A7D0-271F-D2AE-5732954555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AF11F11-1DE0-A8B2-4E07-FCF74866F4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27F455C-D9AE-7CAA-C194-1B53D9E51324}"/>
              </a:ext>
            </a:extLst>
          </p:cNvPr>
          <p:cNvSpPr>
            <a:spLocks noGrp="1"/>
          </p:cNvSpPr>
          <p:nvPr>
            <p:ph type="dt" sz="half" idx="10"/>
          </p:nvPr>
        </p:nvSpPr>
        <p:spPr/>
        <p:txBody>
          <a:body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1EFB81E8-CD5A-44FD-599B-1A4DC91B32A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283BC13-6F16-6A58-B10F-089432778F98}"/>
              </a:ext>
            </a:extLst>
          </p:cNvPr>
          <p:cNvSpPr>
            <a:spLocks noGrp="1"/>
          </p:cNvSpPr>
          <p:nvPr>
            <p:ph type="sldNum" sz="quarter" idx="12"/>
          </p:nvPr>
        </p:nvSpPr>
        <p:spPr/>
        <p:txBody>
          <a:bodyPr/>
          <a:lstStyle/>
          <a:p>
            <a:fld id="{4CB8DE02-421E-43CD-85D0-F780924E3223}" type="slidenum">
              <a:rPr lang="en-GB" smtClean="0"/>
              <a:t>‹#›</a:t>
            </a:fld>
            <a:endParaRPr lang="en-GB"/>
          </a:p>
        </p:txBody>
      </p:sp>
    </p:spTree>
    <p:extLst>
      <p:ext uri="{BB962C8B-B14F-4D97-AF65-F5344CB8AC3E}">
        <p14:creationId xmlns:p14="http://schemas.microsoft.com/office/powerpoint/2010/main" val="3155491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B5125E-22A3-949B-1036-A28597B101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930E929-F050-2705-83AC-955126D8F1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91085DE-DF62-ACD1-85BD-6202E92497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111F69-ACF8-4EC1-8AF3-7EB71C822940}" type="datetimeFigureOut">
              <a:rPr lang="en-GB" smtClean="0"/>
              <a:t>06/12/2024</a:t>
            </a:fld>
            <a:endParaRPr lang="en-GB"/>
          </a:p>
        </p:txBody>
      </p:sp>
      <p:sp>
        <p:nvSpPr>
          <p:cNvPr id="5" name="Footer Placeholder 4">
            <a:extLst>
              <a:ext uri="{FF2B5EF4-FFF2-40B4-BE49-F238E27FC236}">
                <a16:creationId xmlns:a16="http://schemas.microsoft.com/office/drawing/2014/main" id="{82BC9AF4-ABAC-D468-EC21-1951D4C97C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4D03190-BC17-C41E-4F54-367A147F23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B8DE02-421E-43CD-85D0-F780924E3223}" type="slidenum">
              <a:rPr lang="en-GB" smtClean="0"/>
              <a:t>‹#›</a:t>
            </a:fld>
            <a:endParaRPr lang="en-GB"/>
          </a:p>
        </p:txBody>
      </p:sp>
    </p:spTree>
    <p:extLst>
      <p:ext uri="{BB962C8B-B14F-4D97-AF65-F5344CB8AC3E}">
        <p14:creationId xmlns:p14="http://schemas.microsoft.com/office/powerpoint/2010/main" val="189473790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5.gif"/><Relationship Id="rId5" Type="http://schemas.openxmlformats.org/officeDocument/2006/relationships/image" Target="../media/image4.gif"/><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997C99C8-E3F6-9C7C-F41E-272E71AEB364}"/>
              </a:ext>
            </a:extLst>
          </p:cNvPr>
          <p:cNvGrpSpPr/>
          <p:nvPr/>
        </p:nvGrpSpPr>
        <p:grpSpPr>
          <a:xfrm rot="18000000">
            <a:off x="8064000" y="-288000"/>
            <a:ext cx="5760001" cy="10332260"/>
            <a:chOff x="6479999" y="964241"/>
            <a:chExt cx="5760001" cy="10332260"/>
          </a:xfrm>
          <a:blipFill>
            <a:blip r:embed="rId5"/>
            <a:stretch>
              <a:fillRect/>
            </a:stretch>
          </a:blipFill>
        </p:grpSpPr>
        <p:sp>
          <p:nvSpPr>
            <p:cNvPr id="20" name="Rectangle: Rounded Corners 19">
              <a:extLst>
                <a:ext uri="{FF2B5EF4-FFF2-40B4-BE49-F238E27FC236}">
                  <a16:creationId xmlns:a16="http://schemas.microsoft.com/office/drawing/2014/main" id="{A914FB55-488E-F955-677B-67B0A0B66B08}"/>
                </a:ext>
              </a:extLst>
            </p:cNvPr>
            <p:cNvSpPr/>
            <p:nvPr/>
          </p:nvSpPr>
          <p:spPr>
            <a:xfrm>
              <a:off x="6479999" y="3484241"/>
              <a:ext cx="1800000" cy="7812260"/>
            </a:xfrm>
            <a:prstGeom prst="roundRect">
              <a:avLst>
                <a:gd name="adj" fmla="val 40278"/>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11E6253C-5089-869E-8090-260D9BC5308B}"/>
                </a:ext>
              </a:extLst>
            </p:cNvPr>
            <p:cNvSpPr/>
            <p:nvPr/>
          </p:nvSpPr>
          <p:spPr>
            <a:xfrm>
              <a:off x="8460000" y="2224241"/>
              <a:ext cx="1800000" cy="8064000"/>
            </a:xfrm>
            <a:prstGeom prst="roundRect">
              <a:avLst>
                <a:gd name="adj" fmla="val 40278"/>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807E568B-3838-88E3-5CDE-52DF79157888}"/>
                </a:ext>
              </a:extLst>
            </p:cNvPr>
            <p:cNvSpPr/>
            <p:nvPr/>
          </p:nvSpPr>
          <p:spPr>
            <a:xfrm>
              <a:off x="10440000" y="964241"/>
              <a:ext cx="1800000" cy="8064000"/>
            </a:xfrm>
            <a:prstGeom prst="roundRect">
              <a:avLst>
                <a:gd name="adj" fmla="val 40278"/>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4" name="Rectangle 23">
            <a:extLst>
              <a:ext uri="{FF2B5EF4-FFF2-40B4-BE49-F238E27FC236}">
                <a16:creationId xmlns:a16="http://schemas.microsoft.com/office/drawing/2014/main" id="{B639A60C-C69C-E473-CED3-FF2FF6808AF5}"/>
              </a:ext>
            </a:extLst>
          </p:cNvPr>
          <p:cNvSpPr/>
          <p:nvPr/>
        </p:nvSpPr>
        <p:spPr>
          <a:xfrm>
            <a:off x="-33667" y="6620588"/>
            <a:ext cx="12225667" cy="2374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089A0AA3-08F6-3B67-D471-DE32CDDE8985}"/>
              </a:ext>
            </a:extLst>
          </p:cNvPr>
          <p:cNvSpPr/>
          <p:nvPr/>
        </p:nvSpPr>
        <p:spPr>
          <a:xfrm rot="5400000">
            <a:off x="8661502" y="3327502"/>
            <a:ext cx="6857999" cy="202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9DF86B1E-AFEA-29E4-E140-D447F905735E}"/>
              </a:ext>
            </a:extLst>
          </p:cNvPr>
          <p:cNvSpPr txBox="1"/>
          <p:nvPr/>
        </p:nvSpPr>
        <p:spPr>
          <a:xfrm>
            <a:off x="637680" y="1064768"/>
            <a:ext cx="6473512" cy="4154984"/>
          </a:xfrm>
          <a:prstGeom prst="rect">
            <a:avLst/>
          </a:prstGeom>
          <a:noFill/>
        </p:spPr>
        <p:txBody>
          <a:bodyPr wrap="square">
            <a:spAutoFit/>
          </a:bodyPr>
          <a:lstStyle/>
          <a:p>
            <a:pPr algn="ctr"/>
            <a:r>
              <a:rPr lang="en-GB" sz="4400" b="1" dirty="0">
                <a:solidFill>
                  <a:schemeClr val="accent1">
                    <a:lumMod val="50000"/>
                  </a:schemeClr>
                </a:solidFill>
                <a:latin typeface="Cascadia Code" panose="020B0609020000020004" pitchFamily="49" charset="0"/>
                <a:ea typeface="Cascadia Code" panose="020B0609020000020004" pitchFamily="49" charset="0"/>
                <a:cs typeface="Cascadia Code" panose="020B0609020000020004" pitchFamily="49" charset="0"/>
              </a:rPr>
              <a:t>Investigating the revolutionary impacts of Quantum Computing on Artificial Intelligence</a:t>
            </a:r>
            <a:endParaRPr lang="en-GB" sz="4400" b="1" dirty="0"/>
          </a:p>
        </p:txBody>
      </p:sp>
      <p:pic>
        <p:nvPicPr>
          <p:cNvPr id="3" name="Audio 2">
            <a:hlinkClick r:id="" action="ppaction://media"/>
            <a:extLst>
              <a:ext uri="{FF2B5EF4-FFF2-40B4-BE49-F238E27FC236}">
                <a16:creationId xmlns:a16="http://schemas.microsoft.com/office/drawing/2014/main" id="{2C6BD268-0C1C-0512-197A-8AC8226EF06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62704" t="-125896" r="-262704" b="-125896"/>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903116212"/>
      </p:ext>
    </p:extLst>
  </p:cSld>
  <p:clrMapOvr>
    <a:masterClrMapping/>
  </p:clrMapOvr>
  <mc:AlternateContent xmlns:mc="http://schemas.openxmlformats.org/markup-compatibility/2006">
    <mc:Choice xmlns:p14="http://schemas.microsoft.com/office/powerpoint/2010/main" Requires="p14">
      <p:transition spd="slow" p14:dur="2000" advTm="25875"/>
    </mc:Choice>
    <mc:Fallback>
      <p:transition spd="slow" advTm="258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EACBD-FA3C-BEF1-6AE0-DA866A95F3E0}"/>
              </a:ext>
            </a:extLst>
          </p:cNvPr>
          <p:cNvSpPr>
            <a:spLocks noGrp="1"/>
          </p:cNvSpPr>
          <p:nvPr>
            <p:ph type="title"/>
          </p:nvPr>
        </p:nvSpPr>
        <p:spPr>
          <a:xfrm>
            <a:off x="685800" y="273699"/>
            <a:ext cx="10515600" cy="1325563"/>
          </a:xfrm>
        </p:spPr>
        <p:txBody>
          <a:bodyPr/>
          <a:lstStyle/>
          <a:p>
            <a:r>
              <a:rPr lang="en-GB" dirty="0"/>
              <a:t>Intro:</a:t>
            </a:r>
          </a:p>
        </p:txBody>
      </p:sp>
      <p:pic>
        <p:nvPicPr>
          <p:cNvPr id="8" name="Content Placeholder 7">
            <a:extLst>
              <a:ext uri="{FF2B5EF4-FFF2-40B4-BE49-F238E27FC236}">
                <a16:creationId xmlns:a16="http://schemas.microsoft.com/office/drawing/2014/main" id="{C8804F20-1AFE-856E-B7D4-E1942EC0C9AD}"/>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516880" y="2744711"/>
            <a:ext cx="6284347" cy="3748164"/>
          </a:xfrm>
        </p:spPr>
      </p:pic>
      <p:sp>
        <p:nvSpPr>
          <p:cNvPr id="6" name="AutoShape 6" descr="AI Statistics 2024 · AIPRM">
            <a:extLst>
              <a:ext uri="{FF2B5EF4-FFF2-40B4-BE49-F238E27FC236}">
                <a16:creationId xmlns:a16="http://schemas.microsoft.com/office/drawing/2014/main" id="{5CC9B804-CCD0-F500-2EF8-52B970514A2C}"/>
              </a:ext>
            </a:extLst>
          </p:cNvPr>
          <p:cNvSpPr>
            <a:spLocks noChangeAspect="1" noChangeArrowheads="1"/>
          </p:cNvSpPr>
          <p:nvPr/>
        </p:nvSpPr>
        <p:spPr bwMode="auto">
          <a:xfrm>
            <a:off x="5943600" y="3276600"/>
            <a:ext cx="4099560" cy="40995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 name="TextBox 8">
            <a:extLst>
              <a:ext uri="{FF2B5EF4-FFF2-40B4-BE49-F238E27FC236}">
                <a16:creationId xmlns:a16="http://schemas.microsoft.com/office/drawing/2014/main" id="{79E9390A-6F2D-23AE-DEAB-78F11C7A7F16}"/>
              </a:ext>
            </a:extLst>
          </p:cNvPr>
          <p:cNvSpPr txBox="1"/>
          <p:nvPr/>
        </p:nvSpPr>
        <p:spPr>
          <a:xfrm>
            <a:off x="838200" y="1690688"/>
            <a:ext cx="4678680" cy="3416320"/>
          </a:xfrm>
          <a:prstGeom prst="rect">
            <a:avLst/>
          </a:prstGeom>
          <a:noFill/>
        </p:spPr>
        <p:txBody>
          <a:bodyPr wrap="square" rtlCol="0">
            <a:spAutoFit/>
          </a:bodyPr>
          <a:lstStyle/>
          <a:p>
            <a:pPr marL="285750" indent="-285750">
              <a:buFont typeface="Arial" panose="020B0604020202020204" pitchFamily="34" charset="0"/>
              <a:buChar char="•"/>
            </a:pPr>
            <a:r>
              <a:rPr lang="en-GB" sz="2400" dirty="0"/>
              <a:t>The growth of AI in recent years has been exponential </a:t>
            </a:r>
          </a:p>
          <a:p>
            <a:pPr marL="285750" indent="-285750">
              <a:buFont typeface="Arial" panose="020B0604020202020204" pitchFamily="34" charset="0"/>
              <a:buChar char="•"/>
            </a:pPr>
            <a:r>
              <a:rPr lang="en-GB" sz="2400" dirty="0"/>
              <a:t>It will continue to grow at a similar rate</a:t>
            </a:r>
          </a:p>
          <a:p>
            <a:pPr marL="285750" indent="-285750">
              <a:buFont typeface="Arial" panose="020B0604020202020204" pitchFamily="34" charset="0"/>
              <a:buChar char="•"/>
            </a:pPr>
            <a:r>
              <a:rPr lang="en-GB" sz="2400" dirty="0"/>
              <a:t>When fully developed, Quantum Computing has the capabilities to increase the growth and use of AI even further</a:t>
            </a:r>
          </a:p>
          <a:p>
            <a:pPr marL="285750" indent="-285750">
              <a:buFont typeface="Arial" panose="020B0604020202020204" pitchFamily="34" charset="0"/>
              <a:buChar char="•"/>
            </a:pPr>
            <a:r>
              <a:rPr lang="en-GB" sz="2400" dirty="0"/>
              <a:t>But how?</a:t>
            </a:r>
          </a:p>
        </p:txBody>
      </p:sp>
      <p:grpSp>
        <p:nvGrpSpPr>
          <p:cNvPr id="13" name="Group 12">
            <a:extLst>
              <a:ext uri="{FF2B5EF4-FFF2-40B4-BE49-F238E27FC236}">
                <a16:creationId xmlns:a16="http://schemas.microsoft.com/office/drawing/2014/main" id="{588B0218-872F-D662-3272-C39AA0143B7E}"/>
              </a:ext>
            </a:extLst>
          </p:cNvPr>
          <p:cNvGrpSpPr/>
          <p:nvPr/>
        </p:nvGrpSpPr>
        <p:grpSpPr>
          <a:xfrm>
            <a:off x="-360000" y="180000"/>
            <a:ext cx="12999184" cy="6495262"/>
            <a:chOff x="-2046744" y="395142"/>
            <a:chExt cx="16083567" cy="5959359"/>
          </a:xfrm>
          <a:solidFill>
            <a:srgbClr val="04407A"/>
          </a:solidFill>
          <a:effectLst/>
        </p:grpSpPr>
        <p:sp>
          <p:nvSpPr>
            <p:cNvPr id="11" name="Rectangle: Rounded Corners 10">
              <a:extLst>
                <a:ext uri="{FF2B5EF4-FFF2-40B4-BE49-F238E27FC236}">
                  <a16:creationId xmlns:a16="http://schemas.microsoft.com/office/drawing/2014/main" id="{37B5A8B6-618F-36F4-9342-6955B1B216AF}"/>
                </a:ext>
              </a:extLst>
            </p:cNvPr>
            <p:cNvSpPr>
              <a:spLocks/>
            </p:cNvSpPr>
            <p:nvPr/>
          </p:nvSpPr>
          <p:spPr>
            <a:xfrm>
              <a:off x="7752475" y="395142"/>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643A14A1-1A94-1564-30A2-7F7D8783A1EC}"/>
                </a:ext>
              </a:extLst>
            </p:cNvPr>
            <p:cNvSpPr>
              <a:spLocks/>
            </p:cNvSpPr>
            <p:nvPr/>
          </p:nvSpPr>
          <p:spPr>
            <a:xfrm>
              <a:off x="-2046744" y="5052338"/>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4" name="Rectangle 13">
            <a:extLst>
              <a:ext uri="{FF2B5EF4-FFF2-40B4-BE49-F238E27FC236}">
                <a16:creationId xmlns:a16="http://schemas.microsoft.com/office/drawing/2014/main" id="{FFD1B657-E693-9D70-6DCB-E469738B8A79}"/>
              </a:ext>
            </a:extLst>
          </p:cNvPr>
          <p:cNvSpPr/>
          <p:nvPr/>
        </p:nvSpPr>
        <p:spPr>
          <a:xfrm>
            <a:off x="0"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18DA9AAF-F55A-7FDB-DB81-AF6DAA06E416}"/>
              </a:ext>
            </a:extLst>
          </p:cNvPr>
          <p:cNvSpPr/>
          <p:nvPr/>
        </p:nvSpPr>
        <p:spPr>
          <a:xfrm>
            <a:off x="11801227"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Audio 3">
            <a:hlinkClick r:id="" action="ppaction://media"/>
            <a:extLst>
              <a:ext uri="{FF2B5EF4-FFF2-40B4-BE49-F238E27FC236}">
                <a16:creationId xmlns:a16="http://schemas.microsoft.com/office/drawing/2014/main" id="{92239405-38AD-690B-9EE2-8DBC91E9BFF6}"/>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62704" t="-125896" r="-262704" b="-125896"/>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848242282"/>
      </p:ext>
    </p:extLst>
  </p:cSld>
  <p:clrMapOvr>
    <a:masterClrMapping/>
  </p:clrMapOvr>
  <mc:AlternateContent xmlns:mc="http://schemas.openxmlformats.org/markup-compatibility/2006">
    <mc:Choice xmlns:p14="http://schemas.microsoft.com/office/powerpoint/2010/main" Requires="p14">
      <p:transition spd="slow" p14:dur="2000" advTm="41746"/>
    </mc:Choice>
    <mc:Fallback>
      <p:transition spd="slow" advTm="417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9ECAA-D89D-17AA-5ABE-E4EA6B115B15}"/>
              </a:ext>
            </a:extLst>
          </p:cNvPr>
          <p:cNvSpPr>
            <a:spLocks noGrp="1"/>
          </p:cNvSpPr>
          <p:nvPr>
            <p:ph type="title"/>
          </p:nvPr>
        </p:nvSpPr>
        <p:spPr>
          <a:xfrm>
            <a:off x="838200" y="365125"/>
            <a:ext cx="6385560" cy="1325563"/>
          </a:xfrm>
        </p:spPr>
        <p:txBody>
          <a:bodyPr/>
          <a:lstStyle/>
          <a:p>
            <a:r>
              <a:rPr lang="en-GB" dirty="0"/>
              <a:t>The Fundamentals of Quantum Computing:</a:t>
            </a:r>
          </a:p>
        </p:txBody>
      </p:sp>
      <p:sp>
        <p:nvSpPr>
          <p:cNvPr id="3" name="Content Placeholder 2">
            <a:extLst>
              <a:ext uri="{FF2B5EF4-FFF2-40B4-BE49-F238E27FC236}">
                <a16:creationId xmlns:a16="http://schemas.microsoft.com/office/drawing/2014/main" id="{E5C81DBA-D9A0-8D99-4340-31EC27BCD06D}"/>
              </a:ext>
            </a:extLst>
          </p:cNvPr>
          <p:cNvSpPr>
            <a:spLocks noGrp="1"/>
          </p:cNvSpPr>
          <p:nvPr>
            <p:ph idx="1"/>
          </p:nvPr>
        </p:nvSpPr>
        <p:spPr>
          <a:xfrm>
            <a:off x="838200" y="1825625"/>
            <a:ext cx="10515600" cy="2334895"/>
          </a:xfrm>
        </p:spPr>
        <p:txBody>
          <a:bodyPr/>
          <a:lstStyle/>
          <a:p>
            <a:r>
              <a:rPr lang="en-GB" dirty="0"/>
              <a:t>Qubits and their ability to entangle and be in a state of superposition</a:t>
            </a:r>
          </a:p>
          <a:p>
            <a:r>
              <a:rPr lang="en-GB" dirty="0"/>
              <a:t>Superposition: like a coin that has been flipped - when it is in midair  it can either be heads or tails - but you won't know until it lands</a:t>
            </a:r>
          </a:p>
          <a:p>
            <a:r>
              <a:rPr lang="en-GB" dirty="0"/>
              <a:t>Quantum entanglement: just means that the outcomes of each of the bits is mathematically linked</a:t>
            </a:r>
          </a:p>
        </p:txBody>
      </p:sp>
      <p:pic>
        <p:nvPicPr>
          <p:cNvPr id="8" name="Picture 7">
            <a:extLst>
              <a:ext uri="{FF2B5EF4-FFF2-40B4-BE49-F238E27FC236}">
                <a16:creationId xmlns:a16="http://schemas.microsoft.com/office/drawing/2014/main" id="{35553AFE-85B7-1F4B-D2B0-DC72E06B17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98670" y="4703198"/>
            <a:ext cx="3514570" cy="1972064"/>
          </a:xfrm>
          <a:prstGeom prst="rect">
            <a:avLst/>
          </a:prstGeom>
        </p:spPr>
      </p:pic>
      <p:pic>
        <p:nvPicPr>
          <p:cNvPr id="10" name="Picture 9">
            <a:extLst>
              <a:ext uri="{FF2B5EF4-FFF2-40B4-BE49-F238E27FC236}">
                <a16:creationId xmlns:a16="http://schemas.microsoft.com/office/drawing/2014/main" id="{A6856E8E-392C-7990-604D-0B5B491AD1B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7603" y="4703198"/>
            <a:ext cx="3509010" cy="1972064"/>
          </a:xfrm>
          <a:prstGeom prst="rect">
            <a:avLst/>
          </a:prstGeom>
        </p:spPr>
      </p:pic>
      <p:grpSp>
        <p:nvGrpSpPr>
          <p:cNvPr id="11" name="Group 10">
            <a:extLst>
              <a:ext uri="{FF2B5EF4-FFF2-40B4-BE49-F238E27FC236}">
                <a16:creationId xmlns:a16="http://schemas.microsoft.com/office/drawing/2014/main" id="{458B24BB-15BB-6FCE-623A-C1034675B577}"/>
              </a:ext>
            </a:extLst>
          </p:cNvPr>
          <p:cNvGrpSpPr/>
          <p:nvPr/>
        </p:nvGrpSpPr>
        <p:grpSpPr>
          <a:xfrm>
            <a:off x="-360000" y="180000"/>
            <a:ext cx="12999184" cy="6495262"/>
            <a:chOff x="-2046744" y="395142"/>
            <a:chExt cx="16083567" cy="5959359"/>
          </a:xfrm>
          <a:solidFill>
            <a:srgbClr val="04407A"/>
          </a:solidFill>
          <a:effectLst/>
        </p:grpSpPr>
        <p:sp>
          <p:nvSpPr>
            <p:cNvPr id="12" name="Rectangle: Rounded Corners 11">
              <a:extLst>
                <a:ext uri="{FF2B5EF4-FFF2-40B4-BE49-F238E27FC236}">
                  <a16:creationId xmlns:a16="http://schemas.microsoft.com/office/drawing/2014/main" id="{47482FA8-75EE-D738-5095-DB8341B552A5}"/>
                </a:ext>
              </a:extLst>
            </p:cNvPr>
            <p:cNvSpPr>
              <a:spLocks/>
            </p:cNvSpPr>
            <p:nvPr/>
          </p:nvSpPr>
          <p:spPr>
            <a:xfrm>
              <a:off x="7752475" y="395142"/>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3" name="Rectangle: Rounded Corners 12">
              <a:extLst>
                <a:ext uri="{FF2B5EF4-FFF2-40B4-BE49-F238E27FC236}">
                  <a16:creationId xmlns:a16="http://schemas.microsoft.com/office/drawing/2014/main" id="{BDA05A04-CF3D-C1F3-2D00-FF9162BEF995}"/>
                </a:ext>
              </a:extLst>
            </p:cNvPr>
            <p:cNvSpPr>
              <a:spLocks/>
            </p:cNvSpPr>
            <p:nvPr/>
          </p:nvSpPr>
          <p:spPr>
            <a:xfrm>
              <a:off x="-2046744" y="5052338"/>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4" name="Rectangle 13">
            <a:extLst>
              <a:ext uri="{FF2B5EF4-FFF2-40B4-BE49-F238E27FC236}">
                <a16:creationId xmlns:a16="http://schemas.microsoft.com/office/drawing/2014/main" id="{656ADAF0-E7C9-F510-4197-C22DC4EC03BB}"/>
              </a:ext>
            </a:extLst>
          </p:cNvPr>
          <p:cNvSpPr/>
          <p:nvPr/>
        </p:nvSpPr>
        <p:spPr>
          <a:xfrm>
            <a:off x="0"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Rectangle 14">
            <a:extLst>
              <a:ext uri="{FF2B5EF4-FFF2-40B4-BE49-F238E27FC236}">
                <a16:creationId xmlns:a16="http://schemas.microsoft.com/office/drawing/2014/main" id="{B8884977-624E-637E-FED7-2C8EDD6E6C2A}"/>
              </a:ext>
            </a:extLst>
          </p:cNvPr>
          <p:cNvSpPr/>
          <p:nvPr/>
        </p:nvSpPr>
        <p:spPr>
          <a:xfrm>
            <a:off x="11801227"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Audio 15">
            <a:hlinkClick r:id="" action="ppaction://media"/>
            <a:extLst>
              <a:ext uri="{FF2B5EF4-FFF2-40B4-BE49-F238E27FC236}">
                <a16:creationId xmlns:a16="http://schemas.microsoft.com/office/drawing/2014/main" id="{CC9F647D-F2C6-93E3-9EC4-871FDF0558A0}"/>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62704" t="-125896" r="-262704" b="-125896"/>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2771525573"/>
      </p:ext>
    </p:extLst>
  </p:cSld>
  <p:clrMapOvr>
    <a:masterClrMapping/>
  </p:clrMapOvr>
  <mc:AlternateContent xmlns:mc="http://schemas.openxmlformats.org/markup-compatibility/2006">
    <mc:Choice xmlns:p14="http://schemas.microsoft.com/office/powerpoint/2010/main" Requires="p14">
      <p:transition spd="slow" p14:dur="2000" advTm="95962"/>
    </mc:Choice>
    <mc:Fallback>
      <p:transition spd="slow" advTm="9596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B76CB-1791-473D-DCBF-B0AB11BA6137}"/>
              </a:ext>
            </a:extLst>
          </p:cNvPr>
          <p:cNvSpPr>
            <a:spLocks noGrp="1"/>
          </p:cNvSpPr>
          <p:nvPr>
            <p:ph type="title"/>
          </p:nvPr>
        </p:nvSpPr>
        <p:spPr>
          <a:xfrm>
            <a:off x="838200" y="365125"/>
            <a:ext cx="6274616" cy="1325563"/>
          </a:xfrm>
        </p:spPr>
        <p:txBody>
          <a:bodyPr/>
          <a:lstStyle/>
          <a:p>
            <a:r>
              <a:rPr lang="en-GB" dirty="0"/>
              <a:t>How can this be applied to AI:</a:t>
            </a:r>
          </a:p>
        </p:txBody>
      </p:sp>
      <p:sp>
        <p:nvSpPr>
          <p:cNvPr id="3" name="Content Placeholder 2">
            <a:extLst>
              <a:ext uri="{FF2B5EF4-FFF2-40B4-BE49-F238E27FC236}">
                <a16:creationId xmlns:a16="http://schemas.microsoft.com/office/drawing/2014/main" id="{0316FEB3-DF17-C0F3-8170-34A74EC54914}"/>
              </a:ext>
            </a:extLst>
          </p:cNvPr>
          <p:cNvSpPr>
            <a:spLocks noGrp="1"/>
          </p:cNvSpPr>
          <p:nvPr>
            <p:ph idx="1"/>
          </p:nvPr>
        </p:nvSpPr>
        <p:spPr/>
        <p:txBody>
          <a:bodyPr/>
          <a:lstStyle/>
          <a:p>
            <a:r>
              <a:rPr lang="en-GB" dirty="0"/>
              <a:t>One way is through the use of quantum algorithms</a:t>
            </a:r>
          </a:p>
          <a:p>
            <a:r>
              <a:rPr lang="en-GB" dirty="0"/>
              <a:t>An example of one is Grover’s algorithm </a:t>
            </a:r>
          </a:p>
          <a:p>
            <a:r>
              <a:rPr lang="en-GB" dirty="0"/>
              <a:t>It can also generate truly random numbers which is useful in a range of AI tasks</a:t>
            </a:r>
          </a:p>
          <a:p>
            <a:r>
              <a:rPr lang="en-GB" dirty="0"/>
              <a:t>There are many other applications </a:t>
            </a:r>
          </a:p>
        </p:txBody>
      </p:sp>
      <p:grpSp>
        <p:nvGrpSpPr>
          <p:cNvPr id="7" name="Group 6">
            <a:extLst>
              <a:ext uri="{FF2B5EF4-FFF2-40B4-BE49-F238E27FC236}">
                <a16:creationId xmlns:a16="http://schemas.microsoft.com/office/drawing/2014/main" id="{AA2234AA-1452-C4C2-03EE-067725444166}"/>
              </a:ext>
            </a:extLst>
          </p:cNvPr>
          <p:cNvGrpSpPr/>
          <p:nvPr/>
        </p:nvGrpSpPr>
        <p:grpSpPr>
          <a:xfrm>
            <a:off x="-360000" y="180000"/>
            <a:ext cx="12999184" cy="6495262"/>
            <a:chOff x="-2046744" y="395142"/>
            <a:chExt cx="16083567" cy="5959359"/>
          </a:xfrm>
          <a:solidFill>
            <a:srgbClr val="04407A"/>
          </a:solidFill>
          <a:effectLst/>
        </p:grpSpPr>
        <p:sp>
          <p:nvSpPr>
            <p:cNvPr id="8" name="Rectangle: Rounded Corners 7">
              <a:extLst>
                <a:ext uri="{FF2B5EF4-FFF2-40B4-BE49-F238E27FC236}">
                  <a16:creationId xmlns:a16="http://schemas.microsoft.com/office/drawing/2014/main" id="{51C8D6ED-26DB-1D5E-F64A-5D1E027F8E5D}"/>
                </a:ext>
              </a:extLst>
            </p:cNvPr>
            <p:cNvSpPr>
              <a:spLocks/>
            </p:cNvSpPr>
            <p:nvPr/>
          </p:nvSpPr>
          <p:spPr>
            <a:xfrm>
              <a:off x="7752475" y="395142"/>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Rounded Corners 8">
              <a:extLst>
                <a:ext uri="{FF2B5EF4-FFF2-40B4-BE49-F238E27FC236}">
                  <a16:creationId xmlns:a16="http://schemas.microsoft.com/office/drawing/2014/main" id="{E90E0450-23CD-B813-A28A-CBFEC8BC589B}"/>
                </a:ext>
              </a:extLst>
            </p:cNvPr>
            <p:cNvSpPr>
              <a:spLocks/>
            </p:cNvSpPr>
            <p:nvPr/>
          </p:nvSpPr>
          <p:spPr>
            <a:xfrm>
              <a:off x="-2046744" y="5052338"/>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Rectangle 9">
            <a:extLst>
              <a:ext uri="{FF2B5EF4-FFF2-40B4-BE49-F238E27FC236}">
                <a16:creationId xmlns:a16="http://schemas.microsoft.com/office/drawing/2014/main" id="{9231C43D-D1E6-2C77-021C-312C79420A3C}"/>
              </a:ext>
            </a:extLst>
          </p:cNvPr>
          <p:cNvSpPr/>
          <p:nvPr/>
        </p:nvSpPr>
        <p:spPr>
          <a:xfrm>
            <a:off x="0"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BFB83297-D3FA-6BF5-02AE-C0EE799C963D}"/>
              </a:ext>
            </a:extLst>
          </p:cNvPr>
          <p:cNvSpPr/>
          <p:nvPr/>
        </p:nvSpPr>
        <p:spPr>
          <a:xfrm>
            <a:off x="11801227"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a:extLst>
              <a:ext uri="{FF2B5EF4-FFF2-40B4-BE49-F238E27FC236}">
                <a16:creationId xmlns:a16="http://schemas.microsoft.com/office/drawing/2014/main" id="{C99D13F4-8D97-CAB9-3020-56B93D2DCC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24427" y="3741562"/>
            <a:ext cx="4876800" cy="2933700"/>
          </a:xfrm>
          <a:prstGeom prst="rect">
            <a:avLst/>
          </a:prstGeom>
        </p:spPr>
      </p:pic>
      <p:sp>
        <p:nvSpPr>
          <p:cNvPr id="14" name="TextBox 13">
            <a:extLst>
              <a:ext uri="{FF2B5EF4-FFF2-40B4-BE49-F238E27FC236}">
                <a16:creationId xmlns:a16="http://schemas.microsoft.com/office/drawing/2014/main" id="{350D7073-D8D2-68CD-2880-16347DD4DFDF}"/>
              </a:ext>
            </a:extLst>
          </p:cNvPr>
          <p:cNvSpPr txBox="1"/>
          <p:nvPr/>
        </p:nvSpPr>
        <p:spPr>
          <a:xfrm>
            <a:off x="4929543" y="4528799"/>
            <a:ext cx="2037645" cy="1200329"/>
          </a:xfrm>
          <a:prstGeom prst="rect">
            <a:avLst/>
          </a:prstGeom>
          <a:noFill/>
        </p:spPr>
        <p:txBody>
          <a:bodyPr wrap="square" rtlCol="0">
            <a:spAutoFit/>
          </a:bodyPr>
          <a:lstStyle/>
          <a:p>
            <a:r>
              <a:rPr lang="en-GB" dirty="0"/>
              <a:t>Grover’s algorithm VS a standard unordered search algorithm:</a:t>
            </a:r>
          </a:p>
        </p:txBody>
      </p:sp>
      <p:pic>
        <p:nvPicPr>
          <p:cNvPr id="17" name="Audio 16">
            <a:hlinkClick r:id="" action="ppaction://media"/>
            <a:extLst>
              <a:ext uri="{FF2B5EF4-FFF2-40B4-BE49-F238E27FC236}">
                <a16:creationId xmlns:a16="http://schemas.microsoft.com/office/drawing/2014/main" id="{4DDDAB58-1658-C3D2-47C4-A788C2B5071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62704" t="-125896" r="-262704" b="-125896"/>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3957859089"/>
      </p:ext>
    </p:extLst>
  </p:cSld>
  <p:clrMapOvr>
    <a:masterClrMapping/>
  </p:clrMapOvr>
  <mc:AlternateContent xmlns:mc="http://schemas.openxmlformats.org/markup-compatibility/2006">
    <mc:Choice xmlns:p14="http://schemas.microsoft.com/office/powerpoint/2010/main" Requires="p14">
      <p:transition spd="slow" p14:dur="2000" advTm="85659"/>
    </mc:Choice>
    <mc:Fallback>
      <p:transition spd="slow" advTm="856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8E4AA-4B47-0B69-7620-853C7F0080F9}"/>
              </a:ext>
            </a:extLst>
          </p:cNvPr>
          <p:cNvSpPr>
            <a:spLocks noGrp="1"/>
          </p:cNvSpPr>
          <p:nvPr>
            <p:ph type="title"/>
          </p:nvPr>
        </p:nvSpPr>
        <p:spPr/>
        <p:txBody>
          <a:bodyPr/>
          <a:lstStyle/>
          <a:p>
            <a:r>
              <a:rPr lang="en-GB" dirty="0"/>
              <a:t>Conclusion:</a:t>
            </a:r>
          </a:p>
        </p:txBody>
      </p:sp>
      <p:sp>
        <p:nvSpPr>
          <p:cNvPr id="3" name="Content Placeholder 2">
            <a:extLst>
              <a:ext uri="{FF2B5EF4-FFF2-40B4-BE49-F238E27FC236}">
                <a16:creationId xmlns:a16="http://schemas.microsoft.com/office/drawing/2014/main" id="{359609B8-3D2F-0606-D4E0-02A836111790}"/>
              </a:ext>
            </a:extLst>
          </p:cNvPr>
          <p:cNvSpPr>
            <a:spLocks noGrp="1"/>
          </p:cNvSpPr>
          <p:nvPr>
            <p:ph idx="1"/>
          </p:nvPr>
        </p:nvSpPr>
        <p:spPr/>
        <p:txBody>
          <a:bodyPr/>
          <a:lstStyle/>
          <a:p>
            <a:r>
              <a:rPr lang="en-GB" dirty="0"/>
              <a:t>By taking advantage of the properties of qubits, quantum algorithms can do incredible things</a:t>
            </a:r>
          </a:p>
          <a:p>
            <a:r>
              <a:rPr lang="en-GB" dirty="0"/>
              <a:t>Quantum Computing has a vast range of potential on its own, but when applied with AI it can solve problems that were previously inefficient or even impossible by modern standards</a:t>
            </a:r>
          </a:p>
          <a:p>
            <a:r>
              <a:rPr lang="en-GB" dirty="0"/>
              <a:t>Watch for it in the future - its development will change the way we live, just as AI has already</a:t>
            </a:r>
          </a:p>
        </p:txBody>
      </p:sp>
      <p:grpSp>
        <p:nvGrpSpPr>
          <p:cNvPr id="7" name="Group 6">
            <a:extLst>
              <a:ext uri="{FF2B5EF4-FFF2-40B4-BE49-F238E27FC236}">
                <a16:creationId xmlns:a16="http://schemas.microsoft.com/office/drawing/2014/main" id="{0AF4396A-C363-C38B-591E-92B58852BA49}"/>
              </a:ext>
            </a:extLst>
          </p:cNvPr>
          <p:cNvGrpSpPr/>
          <p:nvPr/>
        </p:nvGrpSpPr>
        <p:grpSpPr>
          <a:xfrm>
            <a:off x="-360000" y="180000"/>
            <a:ext cx="12999184" cy="6495262"/>
            <a:chOff x="-2046744" y="395142"/>
            <a:chExt cx="16083567" cy="5959359"/>
          </a:xfrm>
          <a:solidFill>
            <a:srgbClr val="04407A"/>
          </a:solidFill>
          <a:effectLst/>
        </p:grpSpPr>
        <p:sp>
          <p:nvSpPr>
            <p:cNvPr id="8" name="Rectangle: Rounded Corners 7">
              <a:extLst>
                <a:ext uri="{FF2B5EF4-FFF2-40B4-BE49-F238E27FC236}">
                  <a16:creationId xmlns:a16="http://schemas.microsoft.com/office/drawing/2014/main" id="{FE3A2E8D-D576-4BD6-8E9C-DA55DDB5A760}"/>
                </a:ext>
              </a:extLst>
            </p:cNvPr>
            <p:cNvSpPr>
              <a:spLocks/>
            </p:cNvSpPr>
            <p:nvPr/>
          </p:nvSpPr>
          <p:spPr>
            <a:xfrm>
              <a:off x="7752475" y="395142"/>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Rounded Corners 8">
              <a:extLst>
                <a:ext uri="{FF2B5EF4-FFF2-40B4-BE49-F238E27FC236}">
                  <a16:creationId xmlns:a16="http://schemas.microsoft.com/office/drawing/2014/main" id="{D03339D3-D544-21DD-87C5-0A86021D7EAD}"/>
                </a:ext>
              </a:extLst>
            </p:cNvPr>
            <p:cNvSpPr>
              <a:spLocks/>
            </p:cNvSpPr>
            <p:nvPr/>
          </p:nvSpPr>
          <p:spPr>
            <a:xfrm>
              <a:off x="-2046744" y="5052338"/>
              <a:ext cx="6284348" cy="1302163"/>
            </a:xfrm>
            <a:prstGeom prst="round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
        <p:nvSpPr>
          <p:cNvPr id="10" name="Rectangle 9">
            <a:extLst>
              <a:ext uri="{FF2B5EF4-FFF2-40B4-BE49-F238E27FC236}">
                <a16:creationId xmlns:a16="http://schemas.microsoft.com/office/drawing/2014/main" id="{DEA730A1-809F-37FE-A222-A592BC238E1D}"/>
              </a:ext>
            </a:extLst>
          </p:cNvPr>
          <p:cNvSpPr/>
          <p:nvPr/>
        </p:nvSpPr>
        <p:spPr>
          <a:xfrm>
            <a:off x="0"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10">
            <a:extLst>
              <a:ext uri="{FF2B5EF4-FFF2-40B4-BE49-F238E27FC236}">
                <a16:creationId xmlns:a16="http://schemas.microsoft.com/office/drawing/2014/main" id="{0B7F2C30-B195-A77F-41AF-D891D5DF4E69}"/>
              </a:ext>
            </a:extLst>
          </p:cNvPr>
          <p:cNvSpPr/>
          <p:nvPr/>
        </p:nvSpPr>
        <p:spPr>
          <a:xfrm>
            <a:off x="11801227" y="0"/>
            <a:ext cx="390773" cy="69799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52" name="Picture 4" descr="Thanks For Listening">
            <a:extLst>
              <a:ext uri="{FF2B5EF4-FFF2-40B4-BE49-F238E27FC236}">
                <a16:creationId xmlns:a16="http://schemas.microsoft.com/office/drawing/2014/main" id="{E1EFCFB3-038A-C9B3-E82A-D38A88AEEB5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83929" y="4762306"/>
            <a:ext cx="2905125" cy="1571625"/>
          </a:xfrm>
          <a:prstGeom prst="rect">
            <a:avLst/>
          </a:prstGeom>
          <a:noFill/>
          <a:extLst>
            <a:ext uri="{909E8E84-426E-40DD-AFC4-6F175D3DCCD1}">
              <a14:hiddenFill xmlns:a14="http://schemas.microsoft.com/office/drawing/2010/main">
                <a:solidFill>
                  <a:srgbClr val="FFFFFF"/>
                </a:solidFill>
              </a14:hiddenFill>
            </a:ext>
          </a:extLst>
        </p:spPr>
      </p:pic>
      <p:pic>
        <p:nvPicPr>
          <p:cNvPr id="5" name="Audio 4">
            <a:hlinkClick r:id="" action="ppaction://media"/>
            <a:extLst>
              <a:ext uri="{FF2B5EF4-FFF2-40B4-BE49-F238E27FC236}">
                <a16:creationId xmlns:a16="http://schemas.microsoft.com/office/drawing/2014/main" id="{F0044246-0D71-F801-DC03-0F4B24E06BF4}"/>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62704" t="-125896" r="-262704" b="-125896"/>
          <a:stretch>
            <a:fillRect/>
          </a:stretch>
        </p:blipFill>
        <p:spPr>
          <a:xfrm>
            <a:off x="9144000" y="5143500"/>
            <a:ext cx="3048000" cy="1714500"/>
          </a:xfrm>
          <a:prstGeom prst="rect">
            <a:avLst/>
          </a:prstGeom>
        </p:spPr>
      </p:pic>
    </p:spTree>
    <p:extLst>
      <p:ext uri="{BB962C8B-B14F-4D97-AF65-F5344CB8AC3E}">
        <p14:creationId xmlns:p14="http://schemas.microsoft.com/office/powerpoint/2010/main" val="1562545880"/>
      </p:ext>
    </p:extLst>
  </p:cSld>
  <p:clrMapOvr>
    <a:masterClrMapping/>
  </p:clrMapOvr>
  <mc:AlternateContent xmlns:mc="http://schemas.openxmlformats.org/markup-compatibility/2006">
    <mc:Choice xmlns:p14="http://schemas.microsoft.com/office/powerpoint/2010/main" Requires="p14">
      <p:transition spd="slow" p14:dur="2000" advTm="34455"/>
    </mc:Choice>
    <mc:Fallback>
      <p:transition spd="slow" advTm="344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6b902693-1074-40aa-9e21-d89446a2ebb5}" enabled="0" method="" siteId="{6b902693-1074-40aa-9e21-d89446a2ebb5}" removed="1"/>
</clbl:labelList>
</file>

<file path=docProps/app.xml><?xml version="1.0" encoding="utf-8"?>
<Properties xmlns="http://schemas.openxmlformats.org/officeDocument/2006/extended-properties" xmlns:vt="http://schemas.openxmlformats.org/officeDocument/2006/docPropsVTypes">
  <Template/>
  <TotalTime>145</TotalTime>
  <Words>889</Words>
  <Application>Microsoft Office PowerPoint</Application>
  <PresentationFormat>Widescreen</PresentationFormat>
  <Paragraphs>40</Paragraphs>
  <Slides>5</Slides>
  <Notes>5</Notes>
  <HiddenSlides>0</HiddenSlides>
  <MMClips>5</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Cascadia Code</vt:lpstr>
      <vt:lpstr>Office Theme</vt:lpstr>
      <vt:lpstr>PowerPoint Presentation</vt:lpstr>
      <vt:lpstr>Intro:</vt:lpstr>
      <vt:lpstr>The Fundamentals of Quantum Computing:</vt:lpstr>
      <vt:lpstr>How can this be applied to AI:</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Madden, Freddie (UG - Comp Sci &amp; Elec Eng)</dc:creator>
  <cp:lastModifiedBy>Madden, Freddie (UG - Comp Sci &amp; Elec Eng)</cp:lastModifiedBy>
  <cp:revision>1</cp:revision>
  <dcterms:created xsi:type="dcterms:W3CDTF">2024-12-06T04:15:42Z</dcterms:created>
  <dcterms:modified xsi:type="dcterms:W3CDTF">2024-12-06T15:22:24Z</dcterms:modified>
</cp:coreProperties>
</file>